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B2B31"/>
            </a:solidFill>
            <a:ln w="27940" cap="flat">
              <a:solidFill>
                <a:srgbClr val="1B2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B31"/>
              </a:solidFill>
              <a:ln w="9525" cap="flat">
                <a:solidFill>
                  <a:srgbClr val="1B2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23.29999926352877</c:v>
                </c:pt>
                <c:pt idx="1">
                  <c:v>21.499999900918723</c:v>
                </c:pt>
                <c:pt idx="2">
                  <c:v>20.200000617791716</c:v>
                </c:pt>
                <c:pt idx="3">
                  <c:v>19.29999945647245</c:v>
                </c:pt>
                <c:pt idx="4">
                  <c:v>18.799999021785993</c:v>
                </c:pt>
                <c:pt idx="5">
                  <c:v>18.399999715966857</c:v>
                </c:pt>
                <c:pt idx="6">
                  <c:v>17.499999975461265</c:v>
                </c:pt>
                <c:pt idx="7">
                  <c:v>16.50000005329747</c:v>
                </c:pt>
                <c:pt idx="8">
                  <c:v>15.600000786396436</c:v>
                </c:pt>
                <c:pt idx="9">
                  <c:v>14.899999988393574</c:v>
                </c:pt>
                <c:pt idx="10">
                  <c:v>14.299999845653474</c:v>
                </c:pt>
                <c:pt idx="11">
                  <c:v>14.899999988393574</c:v>
                </c:pt>
                <c:pt idx="12">
                  <c:v>15.89999991055737</c:v>
                </c:pt>
                <c:pt idx="13">
                  <c:v>18.299999060704096</c:v>
                </c:pt>
                <c:pt idx="14">
                  <c:v>20.999999939836826</c:v>
                </c:pt>
                <c:pt idx="15">
                  <c:v>23.700000818969556</c:v>
                </c:pt>
                <c:pt idx="16">
                  <c:v>25.600000363237804</c:v>
                </c:pt>
                <c:pt idx="17">
                  <c:v>26.60000040380274</c:v>
                </c:pt>
                <c:pt idx="18">
                  <c:v>27.100000364884636</c:v>
                </c:pt>
                <c:pt idx="19">
                  <c:v>27.200000783345118</c:v>
                </c:pt>
                <c:pt idx="20">
                  <c:v>26.999999946424154</c:v>
                </c:pt>
                <c:pt idx="21">
                  <c:v>26.60000040380274</c:v>
                </c:pt>
                <c:pt idx="22">
                  <c:v>25.39999964471798</c:v>
                </c:pt>
                <c:pt idx="23">
                  <c:v>22.700000660003482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Retained LiteTCN</c:v>
                </c:pt>
              </c:strCache>
            </c:strRef>
          </c:tx>
          <c:spPr>
            <a:solidFill>
              <a:srgbClr val="8773A9"/>
            </a:solidFill>
            <a:ln w="27940" cap="flat">
              <a:solidFill>
                <a:srgbClr val="8773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773A9"/>
              </a:solidFill>
              <a:ln w="9525" cap="flat">
                <a:solidFill>
                  <a:srgbClr val="8773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23.484767675444274</c:v>
                </c:pt>
                <c:pt idx="1">
                  <c:v>21.6571880697864</c:v>
                </c:pt>
                <c:pt idx="2">
                  <c:v>20.477183368754993</c:v>
                </c:pt>
                <c:pt idx="3">
                  <c:v>19.459690388628132</c:v>
                </c:pt>
                <c:pt idx="4">
                  <c:v>18.512434858906147</c:v>
                </c:pt>
                <c:pt idx="5">
                  <c:v>17.926764095680085</c:v>
                </c:pt>
                <c:pt idx="6">
                  <c:v>17.350729764400484</c:v>
                </c:pt>
                <c:pt idx="7">
                  <c:v>16.71849846344952</c:v>
                </c:pt>
                <c:pt idx="8">
                  <c:v>16.045708141735645</c:v>
                </c:pt>
                <c:pt idx="9">
                  <c:v>15.70099222239503</c:v>
                </c:pt>
                <c:pt idx="10">
                  <c:v>15.060116217442555</c:v>
                </c:pt>
                <c:pt idx="11">
                  <c:v>15.869881502280805</c:v>
                </c:pt>
                <c:pt idx="12">
                  <c:v>17.013908359441132</c:v>
                </c:pt>
                <c:pt idx="13">
                  <c:v>19.74093856111932</c:v>
                </c:pt>
                <c:pt idx="14">
                  <c:v>22.926737895050636</c:v>
                </c:pt>
                <c:pt idx="15">
                  <c:v>25.88596528192562</c:v>
                </c:pt>
                <c:pt idx="16">
                  <c:v>27.770852696746203</c:v>
                </c:pt>
                <c:pt idx="17">
                  <c:v>28.833234864111944</c:v>
                </c:pt>
                <c:pt idx="18">
                  <c:v>29.271430851157504</c:v>
                </c:pt>
                <c:pt idx="19">
                  <c:v>29.241542614696243</c:v>
                </c:pt>
                <c:pt idx="20">
                  <c:v>28.710859235099804</c:v>
                </c:pt>
                <c:pt idx="21">
                  <c:v>27.836219597874162</c:v>
                </c:pt>
                <c:pt idx="22">
                  <c:v>26.53996534279142</c:v>
                </c:pt>
                <c:pt idx="23">
                  <c:v>24.35899006705411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Boosted LiteTCN</c:v>
                </c:pt>
              </c:strCache>
            </c:strRef>
          </c:tx>
          <c:spPr>
            <a:solidFill>
              <a:srgbClr val="D98A1E"/>
            </a:solidFill>
            <a:ln w="27940" cap="flat">
              <a:solidFill>
                <a:srgbClr val="D9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A1E"/>
              </a:solidFill>
              <a:ln w="9525" cap="flat">
                <a:solidFill>
                  <a:srgbClr val="D9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23.372778431196565</c:v>
                </c:pt>
                <c:pt idx="1">
                  <c:v>21.77511086874199</c:v>
                </c:pt>
                <c:pt idx="2">
                  <c:v>20.498030494199497</c:v>
                </c:pt>
                <c:pt idx="3">
                  <c:v>19.56221251455895</c:v>
                </c:pt>
                <c:pt idx="4">
                  <c:v>18.72754983809415</c:v>
                </c:pt>
                <c:pt idx="5">
                  <c:v>18.050611687659227</c:v>
                </c:pt>
                <c:pt idx="6">
                  <c:v>17.35729818601868</c:v>
                </c:pt>
                <c:pt idx="7">
                  <c:v>16.588085765084088</c:v>
                </c:pt>
                <c:pt idx="8">
                  <c:v>15.831452281216286</c:v>
                </c:pt>
                <c:pt idx="9">
                  <c:v>15.378817038399177</c:v>
                </c:pt>
                <c:pt idx="10">
                  <c:v>14.93192377724614</c:v>
                </c:pt>
                <c:pt idx="11">
                  <c:v>15.443334292949658</c:v>
                </c:pt>
                <c:pt idx="12">
                  <c:v>16.56728505288629</c:v>
                </c:pt>
                <c:pt idx="13">
                  <c:v>19.023286521230943</c:v>
                </c:pt>
                <c:pt idx="14">
                  <c:v>22.073988970913575</c:v>
                </c:pt>
                <c:pt idx="15">
                  <c:v>25.015301525366098</c:v>
                </c:pt>
                <c:pt idx="16">
                  <c:v>27.122845627960345</c:v>
                </c:pt>
                <c:pt idx="17">
                  <c:v>28.45746350987629</c:v>
                </c:pt>
                <c:pt idx="18">
                  <c:v>29.13370333039009</c:v>
                </c:pt>
                <c:pt idx="19">
                  <c:v>29.2257957367394</c:v>
                </c:pt>
                <c:pt idx="20">
                  <c:v>28.82062964199217</c:v>
                </c:pt>
                <c:pt idx="21">
                  <c:v>28.00554601476719</c:v>
                </c:pt>
                <c:pt idx="22">
                  <c:v>26.596156037202384</c:v>
                </c:pt>
                <c:pt idx="23">
                  <c:v>24.72516924176921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Earlier hybrid</c:v>
                </c:pt>
              </c:strCache>
            </c:strRef>
          </c:tx>
          <c:spPr>
            <a:solidFill>
              <a:srgbClr val="2F7F73"/>
            </a:solidFill>
            <a:ln w="27940" cap="flat">
              <a:solidFill>
                <a:srgbClr val="2F7F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F73"/>
              </a:solidFill>
              <a:ln w="9525" cap="flat">
                <a:solidFill>
                  <a:srgbClr val="2F7F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23.263026021277412</c:v>
                </c:pt>
                <c:pt idx="1">
                  <c:v>21.87411719123473</c:v>
                </c:pt>
                <c:pt idx="2">
                  <c:v>20.578720397204677</c:v>
                </c:pt>
                <c:pt idx="3">
                  <c:v>19.566385444321583</c:v>
                </c:pt>
                <c:pt idx="4">
                  <c:v>18.779031127179138</c:v>
                </c:pt>
                <c:pt idx="5">
                  <c:v>18.077238683132464</c:v>
                </c:pt>
                <c:pt idx="6">
                  <c:v>17.29254744442099</c:v>
                </c:pt>
                <c:pt idx="7">
                  <c:v>16.912987016917157</c:v>
                </c:pt>
                <c:pt idx="8">
                  <c:v>16.239862330385165</c:v>
                </c:pt>
                <c:pt idx="9">
                  <c:v>15.724328613397631</c:v>
                </c:pt>
                <c:pt idx="10">
                  <c:v>15.365038934590928</c:v>
                </c:pt>
                <c:pt idx="11">
                  <c:v>15.701221447001217</c:v>
                </c:pt>
                <c:pt idx="12">
                  <c:v>17.096872985139527</c:v>
                </c:pt>
                <c:pt idx="13">
                  <c:v>19.821955724874243</c:v>
                </c:pt>
                <c:pt idx="14">
                  <c:v>22.997508624188086</c:v>
                </c:pt>
                <c:pt idx="15">
                  <c:v>25.648637656950577</c:v>
                </c:pt>
                <c:pt idx="16">
                  <c:v>27.651821663124338</c:v>
                </c:pt>
                <c:pt idx="17">
                  <c:v>28.849030049733727</c:v>
                </c:pt>
                <c:pt idx="18">
                  <c:v>29.38737114143231</c:v>
                </c:pt>
                <c:pt idx="19">
                  <c:v>29.444591096949466</c:v>
                </c:pt>
                <c:pt idx="20">
                  <c:v>28.94396976668716</c:v>
                </c:pt>
                <c:pt idx="21">
                  <c:v>28.215447554978113</c:v>
                </c:pt>
                <c:pt idx="22">
                  <c:v>26.817371516705045</c:v>
                </c:pt>
                <c:pt idx="23">
                  <c:v>24.580703482549186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32"/>
          <c:min val="12"/>
        </c:scaling>
        <c:delete val="0"/>
        <c:axPos val="l"/>
        <c:majorGridlines>
          <c:spPr>
            <a:ln w="12700" cap="flat">
              <a:solidFill>
                <a:srgbClr val="E4EB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B2B31"/>
            </a:solidFill>
            <a:ln w="27940" cap="flat">
              <a:solidFill>
                <a:srgbClr val="1B2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B31"/>
              </a:solidFill>
              <a:ln w="9525" cap="flat">
                <a:solidFill>
                  <a:srgbClr val="1B2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14.272500087877802</c:v>
                </c:pt>
                <c:pt idx="1">
                  <c:v>12.954000229565736</c:v>
                </c:pt>
                <c:pt idx="2">
                  <c:v>11.196498667571063</c:v>
                </c:pt>
                <c:pt idx="3">
                  <c:v>9.218499755558923</c:v>
                </c:pt>
                <c:pt idx="4">
                  <c:v>7.900499573982756</c:v>
                </c:pt>
                <c:pt idx="5">
                  <c:v>7.021499668441379</c:v>
                </c:pt>
                <c:pt idx="6">
                  <c:v>6.582001143318507</c:v>
                </c:pt>
                <c:pt idx="7">
                  <c:v>6.582001143318507</c:v>
                </c:pt>
                <c:pt idx="8">
                  <c:v>6.582001143318507</c:v>
                </c:pt>
                <c:pt idx="9">
                  <c:v>6.362498863829387</c:v>
                </c:pt>
                <c:pt idx="10">
                  <c:v>6.142499762900002</c:v>
                </c:pt>
                <c:pt idx="11">
                  <c:v>5.923000338706515</c:v>
                </c:pt>
                <c:pt idx="12">
                  <c:v>5.703499486865212</c:v>
                </c:pt>
                <c:pt idx="13">
                  <c:v>5.2634998573586245</c:v>
                </c:pt>
                <c:pt idx="14">
                  <c:v>5.044000433165138</c:v>
                </c:pt>
                <c:pt idx="15">
                  <c:v>4.384501379465064</c:v>
                </c:pt>
                <c:pt idx="16">
                  <c:v>3.9454996757824574</c:v>
                </c:pt>
                <c:pt idx="17">
                  <c:v>5.2634998573586245</c:v>
                </c:pt>
                <c:pt idx="18">
                  <c:v>8.339499850017546</c:v>
                </c:pt>
                <c:pt idx="19">
                  <c:v>12.514500276795047</c:v>
                </c:pt>
                <c:pt idx="20">
                  <c:v>15.810500798031171</c:v>
                </c:pt>
                <c:pt idx="21">
                  <c:v>15.371000845260482</c:v>
                </c:pt>
                <c:pt idx="22">
                  <c:v>14.491999512071288</c:v>
                </c:pt>
                <c:pt idx="23">
                  <c:v>15.590999946189868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Retained LiteTCN</c:v>
                </c:pt>
              </c:strCache>
            </c:strRef>
          </c:tx>
          <c:spPr>
            <a:solidFill>
              <a:srgbClr val="8773A9"/>
            </a:solidFill>
            <a:ln w="27940" cap="flat">
              <a:solidFill>
                <a:srgbClr val="8773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773A9"/>
              </a:solidFill>
              <a:ln w="9525" cap="flat">
                <a:solidFill>
                  <a:srgbClr val="8773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13.635459361984658</c:v>
                </c:pt>
                <c:pt idx="1">
                  <c:v>12.083816049293432</c:v>
                </c:pt>
                <c:pt idx="2">
                  <c:v>10.549290233926286</c:v>
                </c:pt>
                <c:pt idx="3">
                  <c:v>9.12725592828815</c:v>
                </c:pt>
                <c:pt idx="4">
                  <c:v>7.960976163152509</c:v>
                </c:pt>
                <c:pt idx="5">
                  <c:v>7.0924009419697995</c:v>
                </c:pt>
                <c:pt idx="6">
                  <c:v>6.422734180518091</c:v>
                </c:pt>
                <c:pt idx="7">
                  <c:v>5.980341813270456</c:v>
                </c:pt>
                <c:pt idx="8">
                  <c:v>5.637679211916975</c:v>
                </c:pt>
                <c:pt idx="9">
                  <c:v>5.348934585662619</c:v>
                </c:pt>
                <c:pt idx="10">
                  <c:v>5.10310219748726</c:v>
                </c:pt>
                <c:pt idx="11">
                  <c:v>4.923435575031817</c:v>
                </c:pt>
                <c:pt idx="12">
                  <c:v>4.718473888557355</c:v>
                </c:pt>
                <c:pt idx="13">
                  <c:v>4.501854030010463</c:v>
                </c:pt>
                <c:pt idx="14">
                  <c:v>4.270338094142517</c:v>
                </c:pt>
                <c:pt idx="15">
                  <c:v>4.049658005204492</c:v>
                </c:pt>
                <c:pt idx="16">
                  <c:v>4.131073904904042</c:v>
                </c:pt>
                <c:pt idx="17">
                  <c:v>4.645680981671603</c:v>
                </c:pt>
                <c:pt idx="18">
                  <c:v>5.707241351793186</c:v>
                </c:pt>
                <c:pt idx="19">
                  <c:v>7.079589230461352</c:v>
                </c:pt>
                <c:pt idx="20">
                  <c:v>8.306489777196248</c:v>
                </c:pt>
                <c:pt idx="21">
                  <c:v>9.051689101694251</c:v>
                </c:pt>
                <c:pt idx="22">
                  <c:v>9.401665542813475</c:v>
                </c:pt>
                <c:pt idx="23">
                  <c:v>9.25917058656546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Boosted LiteTCN</c:v>
                </c:pt>
              </c:strCache>
            </c:strRef>
          </c:tx>
          <c:spPr>
            <a:solidFill>
              <a:srgbClr val="D98A1E"/>
            </a:solidFill>
            <a:ln w="27940" cap="flat">
              <a:solidFill>
                <a:srgbClr val="D9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A1E"/>
              </a:solidFill>
              <a:ln w="9525" cap="flat">
                <a:solidFill>
                  <a:srgbClr val="D9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12.725243936927768</c:v>
                </c:pt>
                <c:pt idx="1">
                  <c:v>11.559953531729207</c:v>
                </c:pt>
                <c:pt idx="2">
                  <c:v>10.244143361904094</c:v>
                </c:pt>
                <c:pt idx="3">
                  <c:v>8.941586046762836</c:v>
                </c:pt>
                <c:pt idx="4">
                  <c:v>7.788419226824999</c:v>
                </c:pt>
                <c:pt idx="5">
                  <c:v>6.919922526272217</c:v>
                </c:pt>
                <c:pt idx="6">
                  <c:v>6.258823079369449</c:v>
                </c:pt>
                <c:pt idx="7">
                  <c:v>5.707499756048037</c:v>
                </c:pt>
                <c:pt idx="8">
                  <c:v>5.224526499606327</c:v>
                </c:pt>
                <c:pt idx="9">
                  <c:v>4.827303481636136</c:v>
                </c:pt>
                <c:pt idx="10">
                  <c:v>4.470345842692495</c:v>
                </c:pt>
                <c:pt idx="11">
                  <c:v>4.174203145451202</c:v>
                </c:pt>
                <c:pt idx="12">
                  <c:v>3.92009039993809</c:v>
                </c:pt>
                <c:pt idx="13">
                  <c:v>3.6946134143354357</c:v>
                </c:pt>
                <c:pt idx="14">
                  <c:v>3.551665893729478</c:v>
                </c:pt>
                <c:pt idx="15">
                  <c:v>3.618756775234715</c:v>
                </c:pt>
                <c:pt idx="16">
                  <c:v>4.065864663221419</c:v>
                </c:pt>
                <c:pt idx="17">
                  <c:v>4.928492303599114</c:v>
                </c:pt>
                <c:pt idx="18">
                  <c:v>6.24493206611146</c:v>
                </c:pt>
                <c:pt idx="19">
                  <c:v>7.8120981935153395</c:v>
                </c:pt>
                <c:pt idx="20">
                  <c:v>9.285208027449244</c:v>
                </c:pt>
                <c:pt idx="21">
                  <c:v>10.375228556799811</c:v>
                </c:pt>
                <c:pt idx="22">
                  <c:v>10.970806107148064</c:v>
                </c:pt>
                <c:pt idx="23">
                  <c:v>11.020478257639866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Earlier hybrid</c:v>
                </c:pt>
              </c:strCache>
            </c:strRef>
          </c:tx>
          <c:spPr>
            <a:solidFill>
              <a:srgbClr val="2F7F73"/>
            </a:solidFill>
            <a:ln w="27940" cap="flat">
              <a:solidFill>
                <a:srgbClr val="2F7F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F73"/>
              </a:solidFill>
              <a:ln w="9525" cap="flat">
                <a:solidFill>
                  <a:srgbClr val="2F7F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14.228869742946927</c:v>
                </c:pt>
                <c:pt idx="1">
                  <c:v>13.372806427231126</c:v>
                </c:pt>
                <c:pt idx="2">
                  <c:v>12.192064589710753</c:v>
                </c:pt>
                <c:pt idx="3">
                  <c:v>11.176513025782924</c:v>
                </c:pt>
                <c:pt idx="4">
                  <c:v>10.159528103446974</c:v>
                </c:pt>
                <c:pt idx="5">
                  <c:v>9.500263183988864</c:v>
                </c:pt>
                <c:pt idx="6">
                  <c:v>8.874389519319152</c:v>
                </c:pt>
                <c:pt idx="7">
                  <c:v>8.46095270509295</c:v>
                </c:pt>
                <c:pt idx="8">
                  <c:v>7.747993951242961</c:v>
                </c:pt>
                <c:pt idx="9">
                  <c:v>7.254137735493373</c:v>
                </c:pt>
                <c:pt idx="10">
                  <c:v>6.892233296864333</c:v>
                </c:pt>
                <c:pt idx="11">
                  <c:v>6.429389874640265</c:v>
                </c:pt>
                <c:pt idx="12">
                  <c:v>5.858287918464157</c:v>
                </c:pt>
                <c:pt idx="13">
                  <c:v>5.473008602129767</c:v>
                </c:pt>
                <c:pt idx="14">
                  <c:v>5.385316762627326</c:v>
                </c:pt>
                <c:pt idx="15">
                  <c:v>4.9568282574680325</c:v>
                </c:pt>
                <c:pt idx="16">
                  <c:v>5.27131194621245</c:v>
                </c:pt>
                <c:pt idx="17">
                  <c:v>5.816049530154714</c:v>
                </c:pt>
                <c:pt idx="18">
                  <c:v>7.124004781691497</c:v>
                </c:pt>
                <c:pt idx="19">
                  <c:v>8.618659248829545</c:v>
                </c:pt>
                <c:pt idx="20">
                  <c:v>10.045005050874579</c:v>
                </c:pt>
                <c:pt idx="21">
                  <c:v>11.146969281860947</c:v>
                </c:pt>
                <c:pt idx="22">
                  <c:v>11.74483820695525</c:v>
                </c:pt>
                <c:pt idx="23">
                  <c:v>11.551725997360677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8"/>
          <c:min val="2"/>
        </c:scaling>
        <c:delete val="0"/>
        <c:axPos val="l"/>
        <c:majorGridlines>
          <c:spPr>
            <a:ln w="12700" cap="flat">
              <a:solidFill>
                <a:srgbClr val="E4EB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B2B31"/>
            </a:solidFill>
            <a:ln w="27940" cap="flat">
              <a:solidFill>
                <a:srgbClr val="1B2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B2B31"/>
              </a:solidFill>
              <a:ln w="9525" cap="flat">
                <a:solidFill>
                  <a:srgbClr val="1B2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1.1949294408978801</c:v>
                </c:pt>
                <c:pt idx="1">
                  <c:v>1.2514529186664731</c:v>
                </c:pt>
                <c:pt idx="2">
                  <c:v>1.6086714102679878</c:v>
                </c:pt>
                <c:pt idx="3">
                  <c:v>1.672347225911352</c:v>
                </c:pt>
                <c:pt idx="4">
                  <c:v>1.6415914002670036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Source-only</c:v>
                </c:pt>
              </c:strCache>
            </c:strRef>
          </c:tx>
          <c:spPr>
            <a:solidFill>
              <a:srgbClr val="D98A1E"/>
            </a:solidFill>
            <a:ln w="27940" cap="flat">
              <a:solidFill>
                <a:srgbClr val="D9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D98A1E"/>
              </a:solidFill>
              <a:ln w="9525" cap="flat">
                <a:solidFill>
                  <a:srgbClr val="D9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1.9307331245508976</c:v>
                </c:pt>
                <c:pt idx="1">
                  <c:v>1.9399843126650893</c:v>
                </c:pt>
                <c:pt idx="2">
                  <c:v>1.9815292108122122</c:v>
                </c:pt>
                <c:pt idx="3">
                  <c:v>2.03116351584751</c:v>
                </c:pt>
                <c:pt idx="4">
                  <c:v>2.004701523004158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Adapted</c:v>
                </c:pt>
              </c:strCache>
            </c:strRef>
          </c:tx>
          <c:spPr>
            <a:solidFill>
              <a:srgbClr val="2F7F73"/>
            </a:solidFill>
            <a:ln w="27940" cap="flat">
              <a:solidFill>
                <a:srgbClr val="2F7F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F7F73"/>
              </a:solidFill>
              <a:ln w="9525" cap="flat">
                <a:solidFill>
                  <a:srgbClr val="2F7F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1.99411025497443</c:v>
                </c:pt>
                <c:pt idx="1">
                  <c:v>2.0054568949457092</c:v>
                </c:pt>
                <c:pt idx="2">
                  <c:v>2.0371870787027575</c:v>
                </c:pt>
                <c:pt idx="3">
                  <c:v>2.091386435381125</c:v>
                </c:pt>
                <c:pt idx="4">
                  <c:v>2.070005629316796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Input mean</c:v>
                </c:pt>
              </c:strCache>
            </c:strRef>
          </c:tx>
          <c:spPr>
            <a:solidFill>
              <a:srgbClr val="8773A9"/>
            </a:solidFill>
            <a:ln w="27940" cap="flat">
              <a:solidFill>
                <a:srgbClr val="8773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773A9"/>
              </a:solidFill>
              <a:ln w="9525" cap="flat">
                <a:solidFill>
                  <a:srgbClr val="8773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2.17151577513161</c:v>
                </c:pt>
                <c:pt idx="1">
                  <c:v>2.17151577513161</c:v>
                </c:pt>
                <c:pt idx="2">
                  <c:v>2.17151577513161</c:v>
                </c:pt>
                <c:pt idx="3">
                  <c:v>2.17151577513161</c:v>
                </c:pt>
                <c:pt idx="4">
                  <c:v>2.17151577513161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.5"/>
          <c:min val="1"/>
        </c:scaling>
        <c:delete val="0"/>
        <c:axPos val="l"/>
        <c:majorGridlines>
          <c:spPr>
            <a:ln w="12700" cap="flat">
              <a:solidFill>
                <a:srgbClr val="E4EB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B2B31"/>
            </a:solidFill>
            <a:ln w="27940" cap="flat">
              <a:solidFill>
                <a:srgbClr val="1B2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B2B31"/>
              </a:solidFill>
              <a:ln w="9525" cap="flat">
                <a:solidFill>
                  <a:srgbClr val="1B2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0.37827894738457246</c:v>
                </c:pt>
                <c:pt idx="1">
                  <c:v>-0.16851484817015105</c:v>
                </c:pt>
                <c:pt idx="2">
                  <c:v>-0.14831022469871158</c:v>
                </c:pt>
                <c:pt idx="3">
                  <c:v>0.3525251788596009</c:v>
                </c:pt>
                <c:pt idx="4">
                  <c:v>-0.27066917477206687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Source-only</c:v>
                </c:pt>
              </c:strCache>
            </c:strRef>
          </c:tx>
          <c:spPr>
            <a:solidFill>
              <a:srgbClr val="D98A1E"/>
            </a:solidFill>
            <a:ln w="27940" cap="flat">
              <a:solidFill>
                <a:srgbClr val="D9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D98A1E"/>
              </a:solidFill>
              <a:ln w="9525" cap="flat">
                <a:solidFill>
                  <a:srgbClr val="D9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0.1400835233908193</c:v>
                </c:pt>
                <c:pt idx="1">
                  <c:v>0.12286371553661368</c:v>
                </c:pt>
                <c:pt idx="2">
                  <c:v>0.10753547022303067</c:v>
                </c:pt>
                <c:pt idx="3">
                  <c:v>0.11580645868782291</c:v>
                </c:pt>
                <c:pt idx="4">
                  <c:v>0.13316070723449513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Adapted</c:v>
                </c:pt>
              </c:strCache>
            </c:strRef>
          </c:tx>
          <c:spPr>
            <a:solidFill>
              <a:srgbClr val="2F7F73"/>
            </a:solidFill>
            <a:ln w="27940" cap="flat">
              <a:solidFill>
                <a:srgbClr val="2F7F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F7F73"/>
              </a:solidFill>
              <a:ln w="9525" cap="flat">
                <a:solidFill>
                  <a:srgbClr val="2F7F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0.08372119042849846</c:v>
                </c:pt>
                <c:pt idx="1">
                  <c:v>0.07555341676805494</c:v>
                </c:pt>
                <c:pt idx="2">
                  <c:v>0.06826806389364348</c:v>
                </c:pt>
                <c:pt idx="3">
                  <c:v>0.08052119137234115</c:v>
                </c:pt>
                <c:pt idx="4">
                  <c:v>0.08018866950424197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Input mean</c:v>
                </c:pt>
              </c:strCache>
            </c:strRef>
          </c:tx>
          <c:spPr>
            <a:solidFill>
              <a:srgbClr val="8773A9"/>
            </a:solidFill>
            <a:ln w="27940" cap="flat">
              <a:solidFill>
                <a:srgbClr val="8773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773A9"/>
              </a:solidFill>
              <a:ln w="9525" cap="flat">
                <a:solidFill>
                  <a:srgbClr val="8773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0.1732482680944134</c:v>
                </c:pt>
                <c:pt idx="1">
                  <c:v>0.1732482680944134</c:v>
                </c:pt>
                <c:pt idx="2">
                  <c:v>0.1732482680944134</c:v>
                </c:pt>
                <c:pt idx="3">
                  <c:v>0.1732482680944134</c:v>
                </c:pt>
                <c:pt idx="4">
                  <c:v>0.1732482680944134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0.5"/>
          <c:min val="-0.5"/>
        </c:scaling>
        <c:delete val="0"/>
        <c:axPos val="l"/>
        <c:majorGridlines>
          <c:spPr>
            <a:ln w="12700" cap="flat">
              <a:solidFill>
                <a:srgbClr val="E4EB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B2B31"/>
            </a:solidFill>
            <a:ln w="27940" cap="flat">
              <a:solidFill>
                <a:srgbClr val="1B2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B31"/>
              </a:solidFill>
              <a:ln w="9525" cap="flat">
                <a:solidFill>
                  <a:srgbClr val="1B2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  <c:pt idx="78">
                    <c:v>79</c:v>
                  </c:pt>
                  <c:pt idx="79">
                    <c:v>80</c:v>
                  </c:pt>
                  <c:pt idx="80">
                    <c:v>81</c:v>
                  </c:pt>
                  <c:pt idx="81">
                    <c:v>82</c:v>
                  </c:pt>
                  <c:pt idx="82">
                    <c:v>83</c:v>
                  </c:pt>
                  <c:pt idx="83">
                    <c:v>84</c:v>
                  </c:pt>
                  <c:pt idx="84">
                    <c:v>85</c:v>
                  </c:pt>
                  <c:pt idx="85">
                    <c:v>86</c:v>
                  </c:pt>
                  <c:pt idx="86">
                    <c:v>87</c:v>
                  </c:pt>
                  <c:pt idx="87">
                    <c:v>88</c:v>
                  </c:pt>
                  <c:pt idx="88">
                    <c:v>89</c:v>
                  </c:pt>
                  <c:pt idx="89">
                    <c:v>90</c:v>
                  </c:pt>
                  <c:pt idx="90">
                    <c:v>91</c:v>
                  </c:pt>
                  <c:pt idx="91">
                    <c:v>92</c:v>
                  </c:pt>
                  <c:pt idx="92">
                    <c:v>93</c:v>
                  </c:pt>
                  <c:pt idx="93">
                    <c:v>94</c:v>
                  </c:pt>
                  <c:pt idx="94">
                    <c:v>95</c:v>
                  </c:pt>
                  <c:pt idx="95">
                    <c:v>96</c:v>
                  </c:pt>
                </c:lvl>
              </c:multiLvlStrCache>
            </c:multiLvlStrRef>
          </c:cat>
          <c:val>
            <c:numRef>
              <c:f>Sheet1!$B$2:$B$97</c:f>
              <c:numCache>
                <c:formatCode>General</c:formatCode>
                <c:ptCount val="96"/>
                <c:pt idx="0">
                  <c:v>23.29999926352877</c:v>
                </c:pt>
                <c:pt idx="1">
                  <c:v>21.499999900918723</c:v>
                </c:pt>
                <c:pt idx="2">
                  <c:v>20.200000617791716</c:v>
                </c:pt>
                <c:pt idx="3">
                  <c:v>19.29999945647245</c:v>
                </c:pt>
                <c:pt idx="4">
                  <c:v>18.799999021785993</c:v>
                </c:pt>
                <c:pt idx="5">
                  <c:v>18.399999715966857</c:v>
                </c:pt>
                <c:pt idx="6">
                  <c:v>17.499999975461265</c:v>
                </c:pt>
                <c:pt idx="7">
                  <c:v>16.50000005329747</c:v>
                </c:pt>
                <c:pt idx="8">
                  <c:v>15.600000786396436</c:v>
                </c:pt>
                <c:pt idx="9">
                  <c:v>14.899999988393574</c:v>
                </c:pt>
                <c:pt idx="10">
                  <c:v>14.299999845653474</c:v>
                </c:pt>
                <c:pt idx="11">
                  <c:v>14.899999988393574</c:v>
                </c:pt>
                <c:pt idx="12">
                  <c:v>15.89999991055737</c:v>
                </c:pt>
                <c:pt idx="13">
                  <c:v>18.299999060704096</c:v>
                </c:pt>
                <c:pt idx="14">
                  <c:v>20.999999939836826</c:v>
                </c:pt>
                <c:pt idx="15">
                  <c:v>23.700000818969556</c:v>
                </c:pt>
                <c:pt idx="16">
                  <c:v>25.600000363237804</c:v>
                </c:pt>
                <c:pt idx="17">
                  <c:v>26.60000040380274</c:v>
                </c:pt>
                <c:pt idx="18">
                  <c:v>27.100000364884636</c:v>
                </c:pt>
                <c:pt idx="19">
                  <c:v>27.200000783345118</c:v>
                </c:pt>
                <c:pt idx="20">
                  <c:v>26.999999946424154</c:v>
                </c:pt>
                <c:pt idx="21">
                  <c:v>26.60000040380274</c:v>
                </c:pt>
                <c:pt idx="22">
                  <c:v>25.39999964471798</c:v>
                </c:pt>
                <c:pt idx="23">
                  <c:v>22.700000660003482</c:v>
                </c:pt>
                <c:pt idx="24">
                  <c:v>20.399999560294447</c:v>
                </c:pt>
                <c:pt idx="25">
                  <c:v>18.899999677048754</c:v>
                </c:pt>
                <c:pt idx="26">
                  <c:v>17.600000157119467</c:v>
                </c:pt>
                <c:pt idx="27">
                  <c:v>16.200000929136536</c:v>
                </c:pt>
                <c:pt idx="28">
                  <c:v>15.200000059763624</c:v>
                </c:pt>
                <c:pt idx="29">
                  <c:v>13.999999774283424</c:v>
                </c:pt>
                <c:pt idx="30">
                  <c:v>13.59999999485973</c:v>
                </c:pt>
                <c:pt idx="31">
                  <c:v>13.500000286806085</c:v>
                </c:pt>
                <c:pt idx="32">
                  <c:v>12.80000043601234</c:v>
                </c:pt>
                <c:pt idx="33">
                  <c:v>12.699999780749579</c:v>
                </c:pt>
                <c:pt idx="34">
                  <c:v>12.999999852119629</c:v>
                </c:pt>
                <c:pt idx="35">
                  <c:v>12.699999780749579</c:v>
                </c:pt>
                <c:pt idx="36">
                  <c:v>14.299999845653474</c:v>
                </c:pt>
                <c:pt idx="37">
                  <c:v>17.499999975461265</c:v>
                </c:pt>
                <c:pt idx="38">
                  <c:v>20.899999521376344</c:v>
                </c:pt>
                <c:pt idx="39">
                  <c:v>23.899999643071148</c:v>
                </c:pt>
                <c:pt idx="40">
                  <c:v>25.600000363237804</c:v>
                </c:pt>
                <c:pt idx="41">
                  <c:v>26.499999985342257</c:v>
                </c:pt>
                <c:pt idx="42">
                  <c:v>27.100000364884636</c:v>
                </c:pt>
                <c:pt idx="43">
                  <c:v>27.600000325966533</c:v>
                </c:pt>
                <c:pt idx="44">
                  <c:v>27.49999990750605</c:v>
                </c:pt>
                <c:pt idx="45">
                  <c:v>26.899999527963672</c:v>
                </c:pt>
                <c:pt idx="46">
                  <c:v>25.700000781698286</c:v>
                </c:pt>
                <c:pt idx="47">
                  <c:v>23.20000073948652</c:v>
                </c:pt>
                <c:pt idx="48">
                  <c:v>20.700000578873613</c:v>
                </c:pt>
                <c:pt idx="49">
                  <c:v>19.799999417554346</c:v>
                </c:pt>
                <c:pt idx="50">
                  <c:v>18.60000055288782</c:v>
                </c:pt>
                <c:pt idx="51">
                  <c:v>17.39999979380306</c:v>
                </c:pt>
                <c:pt idx="52">
                  <c:v>16.60000070856023</c:v>
                </c:pt>
                <c:pt idx="53">
                  <c:v>15.600000786396436</c:v>
                </c:pt>
                <c:pt idx="54">
                  <c:v>14.80000028033993</c:v>
                </c:pt>
                <c:pt idx="55">
                  <c:v>13.800000358176135</c:v>
                </c:pt>
                <c:pt idx="56">
                  <c:v>14.100000429546185</c:v>
                </c:pt>
                <c:pt idx="57">
                  <c:v>13.399999631543324</c:v>
                </c:pt>
                <c:pt idx="58">
                  <c:v>11.800000513848545</c:v>
                </c:pt>
                <c:pt idx="59">
                  <c:v>13.399999631543324</c:v>
                </c:pt>
                <c:pt idx="60">
                  <c:v>14.999999696447219</c:v>
                </c:pt>
                <c:pt idx="61">
                  <c:v>18.60000055288782</c:v>
                </c:pt>
                <c:pt idx="62">
                  <c:v>21.899999680342418</c:v>
                </c:pt>
                <c:pt idx="63">
                  <c:v>24.60000038187344</c:v>
                </c:pt>
                <c:pt idx="64">
                  <c:v>26.60000040380274</c:v>
                </c:pt>
                <c:pt idx="65">
                  <c:v>27.700000744427015</c:v>
                </c:pt>
                <c:pt idx="66">
                  <c:v>28.399999648011644</c:v>
                </c:pt>
                <c:pt idx="67">
                  <c:v>28.79999919063306</c:v>
                </c:pt>
                <c:pt idx="68">
                  <c:v>28.79999919063306</c:v>
                </c:pt>
                <c:pt idx="69">
                  <c:v>28.29999922955116</c:v>
                </c:pt>
                <c:pt idx="70">
                  <c:v>27.100000364884636</c:v>
                </c:pt>
                <c:pt idx="71">
                  <c:v>23.000000020966695</c:v>
                </c:pt>
                <c:pt idx="72">
                  <c:v>21.29999930080004</c:v>
                </c:pt>
                <c:pt idx="73">
                  <c:v>20.500000215557208</c:v>
                </c:pt>
                <c:pt idx="74">
                  <c:v>19.600000475051615</c:v>
                </c:pt>
                <c:pt idx="75">
                  <c:v>18.700000734546023</c:v>
                </c:pt>
                <c:pt idx="76">
                  <c:v>17.70000081238223</c:v>
                </c:pt>
                <c:pt idx="77">
                  <c:v>16.799999177458403</c:v>
                </c:pt>
                <c:pt idx="78">
                  <c:v>15.699999547240964</c:v>
                </c:pt>
                <c:pt idx="79">
                  <c:v>14.399999553707119</c:v>
                </c:pt>
                <c:pt idx="80">
                  <c:v>13.800000358176135</c:v>
                </c:pt>
                <c:pt idx="81">
                  <c:v>13.800000358176135</c:v>
                </c:pt>
                <c:pt idx="82">
                  <c:v>13.500000286806085</c:v>
                </c:pt>
                <c:pt idx="83">
                  <c:v>12.999999852119629</c:v>
                </c:pt>
                <c:pt idx="84">
                  <c:v>14.80000028033993</c:v>
                </c:pt>
                <c:pt idx="85">
                  <c:v>18.49999989762506</c:v>
                </c:pt>
                <c:pt idx="86">
                  <c:v>21.799999261881936</c:v>
                </c:pt>
                <c:pt idx="87">
                  <c:v>24.49999999301324</c:v>
                </c:pt>
                <c:pt idx="88">
                  <c:v>26.399999566881775</c:v>
                </c:pt>
                <c:pt idx="89">
                  <c:v>27.49999990750605</c:v>
                </c:pt>
                <c:pt idx="90">
                  <c:v>28.200000705508913</c:v>
                </c:pt>
                <c:pt idx="91">
                  <c:v>28.500000066472126</c:v>
                </c:pt>
                <c:pt idx="92">
                  <c:v>28.29999922955116</c:v>
                </c:pt>
                <c:pt idx="93">
                  <c:v>27.799999268469264</c:v>
                </c:pt>
                <c:pt idx="94">
                  <c:v>26.79999922790433</c:v>
                </c:pt>
                <c:pt idx="95">
                  <c:v>23.000000020966695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Source-only</c:v>
                </c:pt>
              </c:strCache>
            </c:strRef>
          </c:tx>
          <c:spPr>
            <a:solidFill>
              <a:srgbClr val="D98A1E"/>
            </a:solidFill>
            <a:ln w="27940" cap="flat">
              <a:solidFill>
                <a:srgbClr val="D9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A1E"/>
              </a:solidFill>
              <a:ln w="9525" cap="flat">
                <a:solidFill>
                  <a:srgbClr val="D9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  <c:pt idx="78">
                    <c:v>79</c:v>
                  </c:pt>
                  <c:pt idx="79">
                    <c:v>80</c:v>
                  </c:pt>
                  <c:pt idx="80">
                    <c:v>81</c:v>
                  </c:pt>
                  <c:pt idx="81">
                    <c:v>82</c:v>
                  </c:pt>
                  <c:pt idx="82">
                    <c:v>83</c:v>
                  </c:pt>
                  <c:pt idx="83">
                    <c:v>84</c:v>
                  </c:pt>
                  <c:pt idx="84">
                    <c:v>85</c:v>
                  </c:pt>
                  <c:pt idx="85">
                    <c:v>86</c:v>
                  </c:pt>
                  <c:pt idx="86">
                    <c:v>87</c:v>
                  </c:pt>
                  <c:pt idx="87">
                    <c:v>88</c:v>
                  </c:pt>
                  <c:pt idx="88">
                    <c:v>89</c:v>
                  </c:pt>
                  <c:pt idx="89">
                    <c:v>90</c:v>
                  </c:pt>
                  <c:pt idx="90">
                    <c:v>91</c:v>
                  </c:pt>
                  <c:pt idx="91">
                    <c:v>92</c:v>
                  </c:pt>
                  <c:pt idx="92">
                    <c:v>93</c:v>
                  </c:pt>
                  <c:pt idx="93">
                    <c:v>94</c:v>
                  </c:pt>
                  <c:pt idx="94">
                    <c:v>95</c:v>
                  </c:pt>
                  <c:pt idx="95">
                    <c:v>96</c:v>
                  </c:pt>
                </c:lvl>
              </c:multiLvlStrCache>
            </c:multiLvlStrRef>
          </c:cat>
          <c:val>
            <c:numRef>
              <c:f>Sheet1!$C$2:$C$97</c:f>
              <c:numCache>
                <c:formatCode>General</c:formatCode>
                <c:ptCount val="96"/>
                <c:pt idx="0">
                  <c:v>23.025265758538417</c:v>
                </c:pt>
                <c:pt idx="1">
                  <c:v>21.78839405578688</c:v>
                </c:pt>
                <c:pt idx="2">
                  <c:v>20.465807387266125</c:v>
                </c:pt>
                <c:pt idx="3">
                  <c:v>19.57094672982197</c:v>
                </c:pt>
                <c:pt idx="4">
                  <c:v>18.622589595897523</c:v>
                </c:pt>
                <c:pt idx="5">
                  <c:v>18.29805775561988</c:v>
                </c:pt>
                <c:pt idx="6">
                  <c:v>17.769566217918964</c:v>
                </c:pt>
                <c:pt idx="7">
                  <c:v>17.196132449268646</c:v>
                </c:pt>
                <c:pt idx="8">
                  <c:v>15.915338067780453</c:v>
                </c:pt>
                <c:pt idx="9">
                  <c:v>15.277941161912793</c:v>
                </c:pt>
                <c:pt idx="10">
                  <c:v>14.636384113605573</c:v>
                </c:pt>
                <c:pt idx="11">
                  <c:v>14.481888623453756</c:v>
                </c:pt>
                <c:pt idx="12">
                  <c:v>16.80877696434078</c:v>
                </c:pt>
                <c:pt idx="13">
                  <c:v>19.157608825224628</c:v>
                </c:pt>
                <c:pt idx="14">
                  <c:v>21.546623901654428</c:v>
                </c:pt>
                <c:pt idx="15">
                  <c:v>23.746143400671812</c:v>
                </c:pt>
                <c:pt idx="16">
                  <c:v>25.209383814923623</c:v>
                </c:pt>
                <c:pt idx="17">
                  <c:v>26.533132768230864</c:v>
                </c:pt>
                <c:pt idx="18">
                  <c:v>26.940950456498527</c:v>
                </c:pt>
                <c:pt idx="19">
                  <c:v>27.337877252746097</c:v>
                </c:pt>
                <c:pt idx="20">
                  <c:v>26.768435733719443</c:v>
                </c:pt>
                <c:pt idx="21">
                  <c:v>26.43714200436156</c:v>
                </c:pt>
                <c:pt idx="22">
                  <c:v>25.331423983907108</c:v>
                </c:pt>
                <c:pt idx="23">
                  <c:v>22.995598340202434</c:v>
                </c:pt>
                <c:pt idx="24">
                  <c:v>21.07983380260299</c:v>
                </c:pt>
                <c:pt idx="25">
                  <c:v>19.25909233635923</c:v>
                </c:pt>
                <c:pt idx="26">
                  <c:v>17.720959708502477</c:v>
                </c:pt>
                <c:pt idx="27">
                  <c:v>17.048220062476332</c:v>
                </c:pt>
                <c:pt idx="28">
                  <c:v>15.61934847980956</c:v>
                </c:pt>
                <c:pt idx="29">
                  <c:v>14.412723413768731</c:v>
                </c:pt>
                <c:pt idx="30">
                  <c:v>13.704927084737278</c:v>
                </c:pt>
                <c:pt idx="31">
                  <c:v>13.071905337778617</c:v>
                </c:pt>
                <c:pt idx="32">
                  <c:v>13.071979220089702</c:v>
                </c:pt>
                <c:pt idx="33">
                  <c:v>12.428547644940977</c:v>
                </c:pt>
                <c:pt idx="34">
                  <c:v>12.614625928663429</c:v>
                </c:pt>
                <c:pt idx="35">
                  <c:v>13.084856528028183</c:v>
                </c:pt>
                <c:pt idx="36">
                  <c:v>14.271488851247568</c:v>
                </c:pt>
                <c:pt idx="37">
                  <c:v>17.177541575939586</c:v>
                </c:pt>
                <c:pt idx="38">
                  <c:v>19.81097899202797</c:v>
                </c:pt>
                <c:pt idx="39">
                  <c:v>22.812220076066495</c:v>
                </c:pt>
                <c:pt idx="40">
                  <c:v>24.923104008405147</c:v>
                </c:pt>
                <c:pt idx="41">
                  <c:v>26.05865902722772</c:v>
                </c:pt>
                <c:pt idx="42">
                  <c:v>26.659974014622627</c:v>
                </c:pt>
                <c:pt idx="43">
                  <c:v>26.79751031754965</c:v>
                </c:pt>
                <c:pt idx="44">
                  <c:v>26.8405859545339</c:v>
                </c:pt>
                <c:pt idx="45">
                  <c:v>26.800895050926236</c:v>
                </c:pt>
                <c:pt idx="46">
                  <c:v>24.983097836219613</c:v>
                </c:pt>
                <c:pt idx="47">
                  <c:v>23.125097100171608</c:v>
                </c:pt>
                <c:pt idx="48">
                  <c:v>20.842697632270614</c:v>
                </c:pt>
                <c:pt idx="49">
                  <c:v>19.55613711528588</c:v>
                </c:pt>
                <c:pt idx="50">
                  <c:v>19.845617482208354</c:v>
                </c:pt>
                <c:pt idx="51">
                  <c:v>17.54696781310625</c:v>
                </c:pt>
                <c:pt idx="52">
                  <c:v>16.784775632538413</c:v>
                </c:pt>
                <c:pt idx="53">
                  <c:v>15.831633198157533</c:v>
                </c:pt>
                <c:pt idx="54">
                  <c:v>14.980203025912886</c:v>
                </c:pt>
                <c:pt idx="55">
                  <c:v>14.54684822466163</c:v>
                </c:pt>
                <c:pt idx="56">
                  <c:v>13.642063657304163</c:v>
                </c:pt>
                <c:pt idx="57">
                  <c:v>13.66971742745966</c:v>
                </c:pt>
                <c:pt idx="58">
                  <c:v>13.148652956441026</c:v>
                </c:pt>
                <c:pt idx="59">
                  <c:v>12.487154314604652</c:v>
                </c:pt>
                <c:pt idx="60">
                  <c:v>15.19447593619634</c:v>
                </c:pt>
                <c:pt idx="61">
                  <c:v>17.74443770726799</c:v>
                </c:pt>
                <c:pt idx="62">
                  <c:v>21.27306919840953</c:v>
                </c:pt>
                <c:pt idx="63">
                  <c:v>23.75527816698996</c:v>
                </c:pt>
                <c:pt idx="64">
                  <c:v>25.652324372433608</c:v>
                </c:pt>
                <c:pt idx="65">
                  <c:v>26.979777742194244</c:v>
                </c:pt>
                <c:pt idx="66">
                  <c:v>27.757826676976435</c:v>
                </c:pt>
                <c:pt idx="67">
                  <c:v>28.152921333990463</c:v>
                </c:pt>
                <c:pt idx="68">
                  <c:v>28.090008178078733</c:v>
                </c:pt>
                <c:pt idx="69">
                  <c:v>27.88228900767217</c:v>
                </c:pt>
                <c:pt idx="70">
                  <c:v>26.47478362104573</c:v>
                </c:pt>
                <c:pt idx="71">
                  <c:v>24.165455530768472</c:v>
                </c:pt>
                <c:pt idx="72">
                  <c:v>20.70052533272414</c:v>
                </c:pt>
                <c:pt idx="73">
                  <c:v>21.615793847385035</c:v>
                </c:pt>
                <c:pt idx="74">
                  <c:v>20.059109892179833</c:v>
                </c:pt>
                <c:pt idx="75">
                  <c:v>18.488025753579137</c:v>
                </c:pt>
                <c:pt idx="76">
                  <c:v>17.7213030718072</c:v>
                </c:pt>
                <c:pt idx="77">
                  <c:v>16.731700664114953</c:v>
                </c:pt>
                <c:pt idx="78">
                  <c:v>15.957629060412842</c:v>
                </c:pt>
                <c:pt idx="79">
                  <c:v>15.10401272952737</c:v>
                </c:pt>
                <c:pt idx="80">
                  <c:v>13.946070423236904</c:v>
                </c:pt>
                <c:pt idx="81">
                  <c:v>13.45566616410946</c:v>
                </c:pt>
                <c:pt idx="82">
                  <c:v>13.554611628416467</c:v>
                </c:pt>
                <c:pt idx="83">
                  <c:v>13.847476373512109</c:v>
                </c:pt>
                <c:pt idx="84">
                  <c:v>15.537138306172437</c:v>
                </c:pt>
                <c:pt idx="85">
                  <c:v>18.023218400010762</c:v>
                </c:pt>
                <c:pt idx="86">
                  <c:v>21.504368666166187</c:v>
                </c:pt>
                <c:pt idx="87">
                  <c:v>24.06661609468194</c:v>
                </c:pt>
                <c:pt idx="88">
                  <c:v>25.98995202995279</c:v>
                </c:pt>
                <c:pt idx="89">
                  <c:v>27.32099988070874</c:v>
                </c:pt>
                <c:pt idx="90">
                  <c:v>28.00581218052892</c:v>
                </c:pt>
                <c:pt idx="91">
                  <c:v>28.27355386142601</c:v>
                </c:pt>
                <c:pt idx="92">
                  <c:v>28.08655323282639</c:v>
                </c:pt>
                <c:pt idx="93">
                  <c:v>27.588420457715344</c:v>
                </c:pt>
                <c:pt idx="94">
                  <c:v>25.887147398902982</c:v>
                </c:pt>
                <c:pt idx="95">
                  <c:v>23.832347126345134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Adapted</c:v>
                </c:pt>
              </c:strCache>
            </c:strRef>
          </c:tx>
          <c:spPr>
            <a:solidFill>
              <a:srgbClr val="2F7F73"/>
            </a:solidFill>
            <a:ln w="27940" cap="flat">
              <a:solidFill>
                <a:srgbClr val="2F7F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F73"/>
              </a:solidFill>
              <a:ln w="9525" cap="flat">
                <a:solidFill>
                  <a:srgbClr val="2F7F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  <c:pt idx="78">
                    <c:v>79</c:v>
                  </c:pt>
                  <c:pt idx="79">
                    <c:v>80</c:v>
                  </c:pt>
                  <c:pt idx="80">
                    <c:v>81</c:v>
                  </c:pt>
                  <c:pt idx="81">
                    <c:v>82</c:v>
                  </c:pt>
                  <c:pt idx="82">
                    <c:v>83</c:v>
                  </c:pt>
                  <c:pt idx="83">
                    <c:v>84</c:v>
                  </c:pt>
                  <c:pt idx="84">
                    <c:v>85</c:v>
                  </c:pt>
                  <c:pt idx="85">
                    <c:v>86</c:v>
                  </c:pt>
                  <c:pt idx="86">
                    <c:v>87</c:v>
                  </c:pt>
                  <c:pt idx="87">
                    <c:v>88</c:v>
                  </c:pt>
                  <c:pt idx="88">
                    <c:v>89</c:v>
                  </c:pt>
                  <c:pt idx="89">
                    <c:v>90</c:v>
                  </c:pt>
                  <c:pt idx="90">
                    <c:v>91</c:v>
                  </c:pt>
                  <c:pt idx="91">
                    <c:v>92</c:v>
                  </c:pt>
                  <c:pt idx="92">
                    <c:v>93</c:v>
                  </c:pt>
                  <c:pt idx="93">
                    <c:v>94</c:v>
                  </c:pt>
                  <c:pt idx="94">
                    <c:v>95</c:v>
                  </c:pt>
                  <c:pt idx="95">
                    <c:v>96</c:v>
                  </c:pt>
                </c:lvl>
              </c:multiLvlStrCache>
            </c:multiLvlStrRef>
          </c:cat>
          <c:val>
            <c:numRef>
              <c:f>Sheet1!$D$2:$D$97</c:f>
              <c:numCache>
                <c:formatCode>General</c:formatCode>
                <c:ptCount val="96"/>
                <c:pt idx="0">
                  <c:v>23.08704119790012</c:v>
                </c:pt>
                <c:pt idx="1">
                  <c:v>21.801351876500263</c:v>
                </c:pt>
                <c:pt idx="2">
                  <c:v>20.39998298413491</c:v>
                </c:pt>
                <c:pt idx="3">
                  <c:v>19.51426289466474</c:v>
                </c:pt>
                <c:pt idx="4">
                  <c:v>18.662485096674345</c:v>
                </c:pt>
                <c:pt idx="5">
                  <c:v>18.20622393735937</c:v>
                </c:pt>
                <c:pt idx="6">
                  <c:v>17.6937037661759</c:v>
                </c:pt>
                <c:pt idx="7">
                  <c:v>17.143538663076356</c:v>
                </c:pt>
                <c:pt idx="8">
                  <c:v>15.876820756268103</c:v>
                </c:pt>
                <c:pt idx="9">
                  <c:v>15.296026225573655</c:v>
                </c:pt>
                <c:pt idx="10">
                  <c:v>14.683915067070302</c:v>
                </c:pt>
                <c:pt idx="11">
                  <c:v>14.549007861447194</c:v>
                </c:pt>
                <c:pt idx="12">
                  <c:v>16.602144242790814</c:v>
                </c:pt>
                <c:pt idx="13">
                  <c:v>18.887780679446223</c:v>
                </c:pt>
                <c:pt idx="14">
                  <c:v>21.576492009921964</c:v>
                </c:pt>
                <c:pt idx="15">
                  <c:v>23.93122297078208</c:v>
                </c:pt>
                <c:pt idx="16">
                  <c:v>25.505120498060418</c:v>
                </c:pt>
                <c:pt idx="17">
                  <c:v>26.71816189945568</c:v>
                </c:pt>
                <c:pt idx="18">
                  <c:v>27.099672630530335</c:v>
                </c:pt>
                <c:pt idx="19">
                  <c:v>27.31612199056117</c:v>
                </c:pt>
                <c:pt idx="20">
                  <c:v>26.832219611611492</c:v>
                </c:pt>
                <c:pt idx="21">
                  <c:v>26.48841171061016</c:v>
                </c:pt>
                <c:pt idx="22">
                  <c:v>25.40742961222818</c:v>
                </c:pt>
                <c:pt idx="23">
                  <c:v>23.127715541372964</c:v>
                </c:pt>
                <c:pt idx="24">
                  <c:v>21.128384663483885</c:v>
                </c:pt>
                <c:pt idx="25">
                  <c:v>19.255931499537553</c:v>
                </c:pt>
                <c:pt idx="26">
                  <c:v>17.991374650328538</c:v>
                </c:pt>
                <c:pt idx="27">
                  <c:v>17.042260696320028</c:v>
                </c:pt>
                <c:pt idx="28">
                  <c:v>15.667744235197631</c:v>
                </c:pt>
                <c:pt idx="29">
                  <c:v>14.850483684620713</c:v>
                </c:pt>
                <c:pt idx="30">
                  <c:v>13.779725347037981</c:v>
                </c:pt>
                <c:pt idx="31">
                  <c:v>13.448288352301233</c:v>
                </c:pt>
                <c:pt idx="32">
                  <c:v>13.106878192777117</c:v>
                </c:pt>
                <c:pt idx="33">
                  <c:v>12.462573290823002</c:v>
                </c:pt>
                <c:pt idx="34">
                  <c:v>12.597241799748758</c:v>
                </c:pt>
                <c:pt idx="35">
                  <c:v>13.116045282606365</c:v>
                </c:pt>
                <c:pt idx="36">
                  <c:v>14.115396366525374</c:v>
                </c:pt>
                <c:pt idx="37">
                  <c:v>17.11102855178069</c:v>
                </c:pt>
                <c:pt idx="38">
                  <c:v>19.997980331034427</c:v>
                </c:pt>
                <c:pt idx="39">
                  <c:v>23.11074913167866</c:v>
                </c:pt>
                <c:pt idx="40">
                  <c:v>25.303031242639335</c:v>
                </c:pt>
                <c:pt idx="41">
                  <c:v>26.315149284634757</c:v>
                </c:pt>
                <c:pt idx="42">
                  <c:v>26.799639643643488</c:v>
                </c:pt>
                <c:pt idx="43">
                  <c:v>26.96632571512434</c:v>
                </c:pt>
                <c:pt idx="44">
                  <c:v>27.09323255574742</c:v>
                </c:pt>
                <c:pt idx="45">
                  <c:v>26.897795135547355</c:v>
                </c:pt>
                <c:pt idx="46">
                  <c:v>25.227298114540957</c:v>
                </c:pt>
                <c:pt idx="47">
                  <c:v>23.221527369070955</c:v>
                </c:pt>
                <c:pt idx="48">
                  <c:v>20.875366874697846</c:v>
                </c:pt>
                <c:pt idx="49">
                  <c:v>19.472600375281132</c:v>
                </c:pt>
                <c:pt idx="50">
                  <c:v>19.172070340410414</c:v>
                </c:pt>
                <c:pt idx="51">
                  <c:v>17.53762122714943</c:v>
                </c:pt>
                <c:pt idx="52">
                  <c:v>16.753959131143006</c:v>
                </c:pt>
                <c:pt idx="53">
                  <c:v>15.995869786863182</c:v>
                </c:pt>
                <c:pt idx="54">
                  <c:v>15.05564065436721</c:v>
                </c:pt>
                <c:pt idx="55">
                  <c:v>14.55457460942472</c:v>
                </c:pt>
                <c:pt idx="56">
                  <c:v>13.604621428139012</c:v>
                </c:pt>
                <c:pt idx="57">
                  <c:v>13.66197494014159</c:v>
                </c:pt>
                <c:pt idx="58">
                  <c:v>13.14871926107918</c:v>
                </c:pt>
                <c:pt idx="59">
                  <c:v>12.406271180939711</c:v>
                </c:pt>
                <c:pt idx="60">
                  <c:v>15.053542586174217</c:v>
                </c:pt>
                <c:pt idx="61">
                  <c:v>17.65127069217604</c:v>
                </c:pt>
                <c:pt idx="62">
                  <c:v>21.453194036032656</c:v>
                </c:pt>
                <c:pt idx="63">
                  <c:v>24.044871488599576</c:v>
                </c:pt>
                <c:pt idx="64">
                  <c:v>25.974109247072903</c:v>
                </c:pt>
                <c:pt idx="65">
                  <c:v>27.33624521143841</c:v>
                </c:pt>
                <c:pt idx="66">
                  <c:v>28.064094194267923</c:v>
                </c:pt>
                <c:pt idx="67">
                  <c:v>28.427973574848508</c:v>
                </c:pt>
                <c:pt idx="68">
                  <c:v>28.350759692498514</c:v>
                </c:pt>
                <c:pt idx="69">
                  <c:v>27.981754016179565</c:v>
                </c:pt>
                <c:pt idx="70">
                  <c:v>26.53614856365658</c:v>
                </c:pt>
                <c:pt idx="71">
                  <c:v>24.340719883211545</c:v>
                </c:pt>
                <c:pt idx="72">
                  <c:v>20.818540484568587</c:v>
                </c:pt>
                <c:pt idx="73">
                  <c:v>20.629828485897775</c:v>
                </c:pt>
                <c:pt idx="74">
                  <c:v>19.828553509975052</c:v>
                </c:pt>
                <c:pt idx="75">
                  <c:v>18.584520314297265</c:v>
                </c:pt>
                <c:pt idx="76">
                  <c:v>17.78886513006259</c:v>
                </c:pt>
                <c:pt idx="77">
                  <c:v>16.811503979387112</c:v>
                </c:pt>
                <c:pt idx="78">
                  <c:v>16.02408998807033</c:v>
                </c:pt>
                <c:pt idx="79">
                  <c:v>15.178816675082771</c:v>
                </c:pt>
                <c:pt idx="80">
                  <c:v>14.016989864205641</c:v>
                </c:pt>
                <c:pt idx="81">
                  <c:v>13.564730663407772</c:v>
                </c:pt>
                <c:pt idx="82">
                  <c:v>13.599154137118717</c:v>
                </c:pt>
                <c:pt idx="83">
                  <c:v>13.899942286473674</c:v>
                </c:pt>
                <c:pt idx="84">
                  <c:v>15.135612572862101</c:v>
                </c:pt>
                <c:pt idx="85">
                  <c:v>18.02086505896088</c:v>
                </c:pt>
                <c:pt idx="86">
                  <c:v>21.63750601155516</c:v>
                </c:pt>
                <c:pt idx="87">
                  <c:v>24.368358438820607</c:v>
                </c:pt>
                <c:pt idx="88">
                  <c:v>26.317938578680497</c:v>
                </c:pt>
                <c:pt idx="89">
                  <c:v>27.627257689106784</c:v>
                </c:pt>
                <c:pt idx="90">
                  <c:v>28.314263251636163</c:v>
                </c:pt>
                <c:pt idx="91">
                  <c:v>28.56990433607028</c:v>
                </c:pt>
                <c:pt idx="92">
                  <c:v>28.34315597131601</c:v>
                </c:pt>
                <c:pt idx="93">
                  <c:v>27.714456339555824</c:v>
                </c:pt>
                <c:pt idx="94">
                  <c:v>26.174245179694104</c:v>
                </c:pt>
                <c:pt idx="95">
                  <c:v>23.96178029208299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31"/>
          <c:min val="9"/>
        </c:scaling>
        <c:delete val="0"/>
        <c:axPos val="l"/>
        <c:majorGridlines>
          <c:spPr>
            <a:ln w="12700" cap="flat">
              <a:solidFill>
                <a:srgbClr val="E4EB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B2B31"/>
            </a:solidFill>
            <a:ln w="27940" cap="flat">
              <a:solidFill>
                <a:srgbClr val="1B2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B31"/>
              </a:solidFill>
              <a:ln w="9525" cap="flat">
                <a:solidFill>
                  <a:srgbClr val="1B2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  <c:pt idx="78">
                    <c:v>79</c:v>
                  </c:pt>
                  <c:pt idx="79">
                    <c:v>80</c:v>
                  </c:pt>
                  <c:pt idx="80">
                    <c:v>81</c:v>
                  </c:pt>
                  <c:pt idx="81">
                    <c:v>82</c:v>
                  </c:pt>
                  <c:pt idx="82">
                    <c:v>83</c:v>
                  </c:pt>
                  <c:pt idx="83">
                    <c:v>84</c:v>
                  </c:pt>
                  <c:pt idx="84">
                    <c:v>85</c:v>
                  </c:pt>
                  <c:pt idx="85">
                    <c:v>86</c:v>
                  </c:pt>
                  <c:pt idx="86">
                    <c:v>87</c:v>
                  </c:pt>
                  <c:pt idx="87">
                    <c:v>88</c:v>
                  </c:pt>
                  <c:pt idx="88">
                    <c:v>89</c:v>
                  </c:pt>
                  <c:pt idx="89">
                    <c:v>90</c:v>
                  </c:pt>
                  <c:pt idx="90">
                    <c:v>91</c:v>
                  </c:pt>
                  <c:pt idx="91">
                    <c:v>92</c:v>
                  </c:pt>
                  <c:pt idx="92">
                    <c:v>93</c:v>
                  </c:pt>
                  <c:pt idx="93">
                    <c:v>94</c:v>
                  </c:pt>
                  <c:pt idx="94">
                    <c:v>95</c:v>
                  </c:pt>
                  <c:pt idx="95">
                    <c:v>96</c:v>
                  </c:pt>
                </c:lvl>
              </c:multiLvlStrCache>
            </c:multiLvlStrRef>
          </c:cat>
          <c:val>
            <c:numRef>
              <c:f>Sheet1!$B$2:$B$97</c:f>
              <c:numCache>
                <c:formatCode>General</c:formatCode>
                <c:ptCount val="96"/>
                <c:pt idx="0">
                  <c:v>14.272500087877802</c:v>
                </c:pt>
                <c:pt idx="1">
                  <c:v>12.954000229565736</c:v>
                </c:pt>
                <c:pt idx="2">
                  <c:v>11.196498667571063</c:v>
                </c:pt>
                <c:pt idx="3">
                  <c:v>9.218499755558923</c:v>
                </c:pt>
                <c:pt idx="4">
                  <c:v>7.900499573982756</c:v>
                </c:pt>
                <c:pt idx="5">
                  <c:v>7.021499668441379</c:v>
                </c:pt>
                <c:pt idx="6">
                  <c:v>6.582001143318507</c:v>
                </c:pt>
                <c:pt idx="7">
                  <c:v>6.582001143318507</c:v>
                </c:pt>
                <c:pt idx="8">
                  <c:v>6.582001143318507</c:v>
                </c:pt>
                <c:pt idx="9">
                  <c:v>6.362498863829387</c:v>
                </c:pt>
                <c:pt idx="10">
                  <c:v>6.142499762900002</c:v>
                </c:pt>
                <c:pt idx="11">
                  <c:v>5.923000338706515</c:v>
                </c:pt>
                <c:pt idx="12">
                  <c:v>5.703499486865212</c:v>
                </c:pt>
                <c:pt idx="13">
                  <c:v>5.2634998573586245</c:v>
                </c:pt>
                <c:pt idx="14">
                  <c:v>5.044000433165138</c:v>
                </c:pt>
                <c:pt idx="15">
                  <c:v>4.384501379465064</c:v>
                </c:pt>
                <c:pt idx="16">
                  <c:v>3.9454996757824574</c:v>
                </c:pt>
                <c:pt idx="17">
                  <c:v>5.2634998573586245</c:v>
                </c:pt>
                <c:pt idx="18">
                  <c:v>8.339499850017546</c:v>
                </c:pt>
                <c:pt idx="19">
                  <c:v>12.514500276795047</c:v>
                </c:pt>
                <c:pt idx="20">
                  <c:v>15.810500798031171</c:v>
                </c:pt>
                <c:pt idx="21">
                  <c:v>15.371000845260482</c:v>
                </c:pt>
                <c:pt idx="22">
                  <c:v>14.491999512071288</c:v>
                </c:pt>
                <c:pt idx="23">
                  <c:v>15.590999946189868</c:v>
                </c:pt>
                <c:pt idx="24">
                  <c:v>14.932000569225693</c:v>
                </c:pt>
                <c:pt idx="25">
                  <c:v>13.612999606529911</c:v>
                </c:pt>
                <c:pt idx="26">
                  <c:v>12.075000324024359</c:v>
                </c:pt>
                <c:pt idx="27">
                  <c:v>10.757000142448192</c:v>
                </c:pt>
                <c:pt idx="28">
                  <c:v>9.878000236906814</c:v>
                </c:pt>
                <c:pt idx="29">
                  <c:v>9.438498856488309</c:v>
                </c:pt>
                <c:pt idx="30">
                  <c:v>8.779499479524134</c:v>
                </c:pt>
                <c:pt idx="31">
                  <c:v>8.119998998176243</c:v>
                </c:pt>
                <c:pt idx="32">
                  <c:v>7.680500473053371</c:v>
                </c:pt>
                <c:pt idx="33">
                  <c:v>7.021499668441379</c:v>
                </c:pt>
                <c:pt idx="34">
                  <c:v>6.582001143318507</c:v>
                </c:pt>
                <c:pt idx="35">
                  <c:v>5.703499486865212</c:v>
                </c:pt>
                <c:pt idx="36">
                  <c:v>4.824502436619468</c:v>
                </c:pt>
                <c:pt idx="37">
                  <c:v>3.9454996757824574</c:v>
                </c:pt>
                <c:pt idx="38">
                  <c:v>3.06649977024108</c:v>
                </c:pt>
                <c:pt idx="39">
                  <c:v>2.187499864699703</c:v>
                </c:pt>
                <c:pt idx="40">
                  <c:v>2.187499864699703</c:v>
                </c:pt>
                <c:pt idx="41">
                  <c:v>3.9454996757824574</c:v>
                </c:pt>
                <c:pt idx="42">
                  <c:v>7.241000520282682</c:v>
                </c:pt>
                <c:pt idx="43">
                  <c:v>10.536998186223173</c:v>
                </c:pt>
                <c:pt idx="44">
                  <c:v>13.61349928326581</c:v>
                </c:pt>
                <c:pt idx="45">
                  <c:v>13.61349928326581</c:v>
                </c:pt>
                <c:pt idx="46">
                  <c:v>14.931500892489794</c:v>
                </c:pt>
                <c:pt idx="47">
                  <c:v>12.954000229565736</c:v>
                </c:pt>
                <c:pt idx="48">
                  <c:v>11.416000947060184</c:v>
                </c:pt>
                <c:pt idx="49">
                  <c:v>9.658001135977429</c:v>
                </c:pt>
                <c:pt idx="50">
                  <c:v>8.119998998176243</c:v>
                </c:pt>
                <c:pt idx="51">
                  <c:v>7.241000520282682</c:v>
                </c:pt>
                <c:pt idx="52">
                  <c:v>6.582001143318507</c:v>
                </c:pt>
                <c:pt idx="53">
                  <c:v>5.703499486865212</c:v>
                </c:pt>
                <c:pt idx="54">
                  <c:v>5.2634998573586245</c:v>
                </c:pt>
                <c:pt idx="55">
                  <c:v>4.384501379465064</c:v>
                </c:pt>
                <c:pt idx="56">
                  <c:v>3.9454996757824574</c:v>
                </c:pt>
                <c:pt idx="57">
                  <c:v>2.846998918399777</c:v>
                </c:pt>
                <c:pt idx="58">
                  <c:v>1.9679990128583995</c:v>
                </c:pt>
                <c:pt idx="59">
                  <c:v>1.3084999591583255</c:v>
                </c:pt>
                <c:pt idx="60">
                  <c:v>0.4295000536169482</c:v>
                </c:pt>
                <c:pt idx="61">
                  <c:v>-0.009501650065658396</c:v>
                </c:pt>
                <c:pt idx="62">
                  <c:v>-0.4494998519244291</c:v>
                </c:pt>
                <c:pt idx="63">
                  <c:v>-0.8885015556070357</c:v>
                </c:pt>
                <c:pt idx="64">
                  <c:v>-1.1084992288886042</c:v>
                </c:pt>
                <c:pt idx="65">
                  <c:v>1.089001962612656</c:v>
                </c:pt>
                <c:pt idx="66">
                  <c:v>5.044000433165138</c:v>
                </c:pt>
                <c:pt idx="67">
                  <c:v>9.438498856488309</c:v>
                </c:pt>
                <c:pt idx="68">
                  <c:v>12.075000324024359</c:v>
                </c:pt>
                <c:pt idx="69">
                  <c:v>13.833000135107113</c:v>
                </c:pt>
                <c:pt idx="70">
                  <c:v>14.711500363912592</c:v>
                </c:pt>
                <c:pt idx="71">
                  <c:v>14.71200004064849</c:v>
                </c:pt>
                <c:pt idx="72">
                  <c:v>14.0524995593006</c:v>
                </c:pt>
                <c:pt idx="73">
                  <c:v>12.294999424953744</c:v>
                </c:pt>
                <c:pt idx="74">
                  <c:v>10.0979993378362</c:v>
                </c:pt>
                <c:pt idx="75">
                  <c:v>8.779499479524134</c:v>
                </c:pt>
                <c:pt idx="76">
                  <c:v>8.119998998176243</c:v>
                </c:pt>
                <c:pt idx="77">
                  <c:v>7.680500473053371</c:v>
                </c:pt>
                <c:pt idx="78">
                  <c:v>7.241000520282682</c:v>
                </c:pt>
                <c:pt idx="79">
                  <c:v>6.362498863829387</c:v>
                </c:pt>
                <c:pt idx="80">
                  <c:v>5.703499486865212</c:v>
                </c:pt>
                <c:pt idx="81">
                  <c:v>4.6044990527466325</c:v>
                </c:pt>
                <c:pt idx="82">
                  <c:v>3.725499147205255</c:v>
                </c:pt>
                <c:pt idx="83">
                  <c:v>3.06649977024108</c:v>
                </c:pt>
                <c:pt idx="84">
                  <c:v>2.187499864699703</c:v>
                </c:pt>
                <c:pt idx="85">
                  <c:v>1.74850101631273</c:v>
                </c:pt>
                <c:pt idx="86">
                  <c:v>1.3084999591583255</c:v>
                </c:pt>
                <c:pt idx="87">
                  <c:v>0.6495005821941504</c:v>
                </c:pt>
                <c:pt idx="88">
                  <c:v>0.4295000536169482</c:v>
                </c:pt>
                <c:pt idx="89">
                  <c:v>2.407500393276905</c:v>
                </c:pt>
                <c:pt idx="90">
                  <c:v>5.48349895828801</c:v>
                </c:pt>
                <c:pt idx="91">
                  <c:v>8.999000331365437</c:v>
                </c:pt>
                <c:pt idx="92">
                  <c:v>12.294999424953744</c:v>
                </c:pt>
                <c:pt idx="93">
                  <c:v>13.61349928326581</c:v>
                </c:pt>
                <c:pt idx="94">
                  <c:v>16.249999323154043</c:v>
                </c:pt>
                <c:pt idx="95">
                  <c:v>16.030499898960556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Source-only</c:v>
                </c:pt>
              </c:strCache>
            </c:strRef>
          </c:tx>
          <c:spPr>
            <a:solidFill>
              <a:srgbClr val="D98A1E"/>
            </a:solidFill>
            <a:ln w="27940" cap="flat">
              <a:solidFill>
                <a:srgbClr val="D9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A1E"/>
              </a:solidFill>
              <a:ln w="9525" cap="flat">
                <a:solidFill>
                  <a:srgbClr val="D9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  <c:pt idx="78">
                    <c:v>79</c:v>
                  </c:pt>
                  <c:pt idx="79">
                    <c:v>80</c:v>
                  </c:pt>
                  <c:pt idx="80">
                    <c:v>81</c:v>
                  </c:pt>
                  <c:pt idx="81">
                    <c:v>82</c:v>
                  </c:pt>
                  <c:pt idx="82">
                    <c:v>83</c:v>
                  </c:pt>
                  <c:pt idx="83">
                    <c:v>84</c:v>
                  </c:pt>
                  <c:pt idx="84">
                    <c:v>85</c:v>
                  </c:pt>
                  <c:pt idx="85">
                    <c:v>86</c:v>
                  </c:pt>
                  <c:pt idx="86">
                    <c:v>87</c:v>
                  </c:pt>
                  <c:pt idx="87">
                    <c:v>88</c:v>
                  </c:pt>
                  <c:pt idx="88">
                    <c:v>89</c:v>
                  </c:pt>
                  <c:pt idx="89">
                    <c:v>90</c:v>
                  </c:pt>
                  <c:pt idx="90">
                    <c:v>91</c:v>
                  </c:pt>
                  <c:pt idx="91">
                    <c:v>92</c:v>
                  </c:pt>
                  <c:pt idx="92">
                    <c:v>93</c:v>
                  </c:pt>
                  <c:pt idx="93">
                    <c:v>94</c:v>
                  </c:pt>
                  <c:pt idx="94">
                    <c:v>95</c:v>
                  </c:pt>
                  <c:pt idx="95">
                    <c:v>96</c:v>
                  </c:pt>
                </c:lvl>
              </c:multiLvlStrCache>
            </c:multiLvlStrRef>
          </c:cat>
          <c:val>
            <c:numRef>
              <c:f>Sheet1!$C$2:$C$97</c:f>
              <c:numCache>
                <c:formatCode>General</c:formatCode>
                <c:ptCount val="96"/>
                <c:pt idx="0">
                  <c:v>15.016069038568958</c:v>
                </c:pt>
                <c:pt idx="1">
                  <c:v>14.233059889289393</c:v>
                </c:pt>
                <c:pt idx="2">
                  <c:v>12.91542518555434</c:v>
                </c:pt>
                <c:pt idx="3">
                  <c:v>11.16524745686013</c:v>
                </c:pt>
                <c:pt idx="4">
                  <c:v>9.192415202297184</c:v>
                </c:pt>
                <c:pt idx="5">
                  <c:v>7.900499573982756</c:v>
                </c:pt>
                <c:pt idx="6">
                  <c:v>7.021499668441379</c:v>
                </c:pt>
                <c:pt idx="7">
                  <c:v>6.582001143318507</c:v>
                </c:pt>
                <c:pt idx="8">
                  <c:v>6.604625078272193</c:v>
                </c:pt>
                <c:pt idx="9">
                  <c:v>6.5686797615394426</c:v>
                </c:pt>
                <c:pt idx="10">
                  <c:v>6.226788090007062</c:v>
                </c:pt>
                <c:pt idx="11">
                  <c:v>6.133608372296635</c:v>
                </c:pt>
                <c:pt idx="12">
                  <c:v>5.865971519014465</c:v>
                </c:pt>
                <c:pt idx="13">
                  <c:v>5.718232812335145</c:v>
                </c:pt>
                <c:pt idx="14">
                  <c:v>5.270229789167274</c:v>
                </c:pt>
                <c:pt idx="15">
                  <c:v>5.044000433165138</c:v>
                </c:pt>
                <c:pt idx="16">
                  <c:v>4.394834694363453</c:v>
                </c:pt>
                <c:pt idx="17">
                  <c:v>3.9454996757824574</c:v>
                </c:pt>
                <c:pt idx="18">
                  <c:v>5.620020636070308</c:v>
                </c:pt>
                <c:pt idx="19">
                  <c:v>8.353123893133784</c:v>
                </c:pt>
                <c:pt idx="20">
                  <c:v>12.516286264213932</c:v>
                </c:pt>
                <c:pt idx="21">
                  <c:v>15.787896850146922</c:v>
                </c:pt>
                <c:pt idx="22">
                  <c:v>15.258980459311033</c:v>
                </c:pt>
                <c:pt idx="23">
                  <c:v>14.473862674205975</c:v>
                </c:pt>
                <c:pt idx="24">
                  <c:v>15.347240502644581</c:v>
                </c:pt>
                <c:pt idx="25">
                  <c:v>14.87180522667586</c:v>
                </c:pt>
                <c:pt idx="26">
                  <c:v>13.58706067334549</c:v>
                </c:pt>
                <c:pt idx="27">
                  <c:v>12.052793262233195</c:v>
                </c:pt>
                <c:pt idx="28">
                  <c:v>10.737461354426728</c:v>
                </c:pt>
                <c:pt idx="29">
                  <c:v>9.878000236906814</c:v>
                </c:pt>
                <c:pt idx="30">
                  <c:v>9.438498856488309</c:v>
                </c:pt>
                <c:pt idx="31">
                  <c:v>8.774652615185914</c:v>
                </c:pt>
                <c:pt idx="32">
                  <c:v>8.121687905543581</c:v>
                </c:pt>
                <c:pt idx="33">
                  <c:v>7.680500473053371</c:v>
                </c:pt>
                <c:pt idx="34">
                  <c:v>7.024442050591915</c:v>
                </c:pt>
                <c:pt idx="35">
                  <c:v>6.582001143318507</c:v>
                </c:pt>
                <c:pt idx="36">
                  <c:v>5.712635005245261</c:v>
                </c:pt>
                <c:pt idx="37">
                  <c:v>4.832040417092458</c:v>
                </c:pt>
                <c:pt idx="38">
                  <c:v>3.9553047609886107</c:v>
                </c:pt>
                <c:pt idx="39">
                  <c:v>3.087740314460234</c:v>
                </c:pt>
                <c:pt idx="40">
                  <c:v>2.2131318536034996</c:v>
                </c:pt>
                <c:pt idx="41">
                  <c:v>2.6017318787598924</c:v>
                </c:pt>
                <c:pt idx="42">
                  <c:v>4.371606864383239</c:v>
                </c:pt>
                <c:pt idx="43">
                  <c:v>7.279688348471609</c:v>
                </c:pt>
                <c:pt idx="44">
                  <c:v>10.5645132425974</c:v>
                </c:pt>
                <c:pt idx="45">
                  <c:v>13.618590275380711</c:v>
                </c:pt>
                <c:pt idx="46">
                  <c:v>13.577903740248189</c:v>
                </c:pt>
                <c:pt idx="47">
                  <c:v>14.744521857916425</c:v>
                </c:pt>
                <c:pt idx="48">
                  <c:v>12.990859240901273</c:v>
                </c:pt>
                <c:pt idx="49">
                  <c:v>11.411930723134333</c:v>
                </c:pt>
                <c:pt idx="50">
                  <c:v>9.658425147379035</c:v>
                </c:pt>
                <c:pt idx="51">
                  <c:v>8.122670127241577</c:v>
                </c:pt>
                <c:pt idx="52">
                  <c:v>7.241000520282682</c:v>
                </c:pt>
                <c:pt idx="53">
                  <c:v>6.582001143318507</c:v>
                </c:pt>
                <c:pt idx="54">
                  <c:v>5.696416926045799</c:v>
                </c:pt>
                <c:pt idx="55">
                  <c:v>5.2634998573586245</c:v>
                </c:pt>
                <c:pt idx="56">
                  <c:v>4.3796759298440975</c:v>
                </c:pt>
                <c:pt idx="57">
                  <c:v>3.9454996757824574</c:v>
                </c:pt>
                <c:pt idx="58">
                  <c:v>2.854808151957968</c:v>
                </c:pt>
                <c:pt idx="59">
                  <c:v>1.978260945365946</c:v>
                </c:pt>
                <c:pt idx="60">
                  <c:v>1.318370716164054</c:v>
                </c:pt>
                <c:pt idx="61">
                  <c:v>0.43999612036645885</c:v>
                </c:pt>
                <c:pt idx="62">
                  <c:v>-0.009501650065658396</c:v>
                </c:pt>
                <c:pt idx="63">
                  <c:v>-0.43575731403939244</c:v>
                </c:pt>
                <c:pt idx="64">
                  <c:v>-0.8627781972429602</c:v>
                </c:pt>
                <c:pt idx="65">
                  <c:v>-0.5976440105837355</c:v>
                </c:pt>
                <c:pt idx="66">
                  <c:v>1.4482124298112922</c:v>
                </c:pt>
                <c:pt idx="67">
                  <c:v>5.081059315195034</c:v>
                </c:pt>
                <c:pt idx="68">
                  <c:v>9.460928631338902</c:v>
                </c:pt>
                <c:pt idx="69">
                  <c:v>12.113219883729357</c:v>
                </c:pt>
                <c:pt idx="70">
                  <c:v>13.673591835172829</c:v>
                </c:pt>
                <c:pt idx="71">
                  <c:v>14.453358796260318</c:v>
                </c:pt>
                <c:pt idx="72">
                  <c:v>14.400341666933627</c:v>
                </c:pt>
                <c:pt idx="73">
                  <c:v>13.835741218915473</c:v>
                </c:pt>
                <c:pt idx="74">
                  <c:v>12.264594809398204</c:v>
                </c:pt>
                <c:pt idx="75">
                  <c:v>10.08085043226015</c:v>
                </c:pt>
                <c:pt idx="76">
                  <c:v>8.779499479524134</c:v>
                </c:pt>
                <c:pt idx="77">
                  <c:v>8.119998998176243</c:v>
                </c:pt>
                <c:pt idx="78">
                  <c:v>7.680500473053371</c:v>
                </c:pt>
                <c:pt idx="79">
                  <c:v>7.219027592733482</c:v>
                </c:pt>
                <c:pt idx="80">
                  <c:v>6.342163448326119</c:v>
                </c:pt>
                <c:pt idx="81">
                  <c:v>5.691126063236538</c:v>
                </c:pt>
                <c:pt idx="82">
                  <c:v>4.610500884168687</c:v>
                </c:pt>
                <c:pt idx="83">
                  <c:v>3.7337081221521657</c:v>
                </c:pt>
                <c:pt idx="84">
                  <c:v>3.06649977024108</c:v>
                </c:pt>
                <c:pt idx="85">
                  <c:v>2.1994721192918405</c:v>
                </c:pt>
                <c:pt idx="86">
                  <c:v>1.74850101631273</c:v>
                </c:pt>
                <c:pt idx="87">
                  <c:v>1.3298661363853626</c:v>
                </c:pt>
                <c:pt idx="88">
                  <c:v>0.6816654875078711</c:v>
                </c:pt>
                <c:pt idx="89">
                  <c:v>1.2894922561247313</c:v>
                </c:pt>
                <c:pt idx="90">
                  <c:v>3.2097556627754784</c:v>
                </c:pt>
                <c:pt idx="91">
                  <c:v>5.558197775009262</c:v>
                </c:pt>
                <c:pt idx="92">
                  <c:v>9.04388843402296</c:v>
                </c:pt>
                <c:pt idx="93">
                  <c:v>12.312115494630007</c:v>
                </c:pt>
                <c:pt idx="94">
                  <c:v>13.61967528772152</c:v>
                </c:pt>
                <c:pt idx="95">
                  <c:v>16.221639099272238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Adapted</c:v>
                </c:pt>
              </c:strCache>
            </c:strRef>
          </c:tx>
          <c:spPr>
            <a:solidFill>
              <a:srgbClr val="2F7F73"/>
            </a:solidFill>
            <a:ln w="27940" cap="flat">
              <a:solidFill>
                <a:srgbClr val="2F7F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F73"/>
              </a:solidFill>
              <a:ln w="9525" cap="flat">
                <a:solidFill>
                  <a:srgbClr val="2F7F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  <c:pt idx="78">
                    <c:v>79</c:v>
                  </c:pt>
                  <c:pt idx="79">
                    <c:v>80</c:v>
                  </c:pt>
                  <c:pt idx="80">
                    <c:v>81</c:v>
                  </c:pt>
                  <c:pt idx="81">
                    <c:v>82</c:v>
                  </c:pt>
                  <c:pt idx="82">
                    <c:v>83</c:v>
                  </c:pt>
                  <c:pt idx="83">
                    <c:v>84</c:v>
                  </c:pt>
                  <c:pt idx="84">
                    <c:v>85</c:v>
                  </c:pt>
                  <c:pt idx="85">
                    <c:v>86</c:v>
                  </c:pt>
                  <c:pt idx="86">
                    <c:v>87</c:v>
                  </c:pt>
                  <c:pt idx="87">
                    <c:v>88</c:v>
                  </c:pt>
                  <c:pt idx="88">
                    <c:v>89</c:v>
                  </c:pt>
                  <c:pt idx="89">
                    <c:v>90</c:v>
                  </c:pt>
                  <c:pt idx="90">
                    <c:v>91</c:v>
                  </c:pt>
                  <c:pt idx="91">
                    <c:v>92</c:v>
                  </c:pt>
                  <c:pt idx="92">
                    <c:v>93</c:v>
                  </c:pt>
                  <c:pt idx="93">
                    <c:v>94</c:v>
                  </c:pt>
                  <c:pt idx="94">
                    <c:v>95</c:v>
                  </c:pt>
                  <c:pt idx="95">
                    <c:v>96</c:v>
                  </c:pt>
                </c:lvl>
              </c:multiLvlStrCache>
            </c:multiLvlStrRef>
          </c:cat>
          <c:val>
            <c:numRef>
              <c:f>Sheet1!$D$2:$D$97</c:f>
              <c:numCache>
                <c:formatCode>General</c:formatCode>
                <c:ptCount val="96"/>
                <c:pt idx="0">
                  <c:v>14.76927441576504</c:v>
                </c:pt>
                <c:pt idx="1">
                  <c:v>13.69187001017201</c:v>
                </c:pt>
                <c:pt idx="2">
                  <c:v>12.163561601047263</c:v>
                </c:pt>
                <c:pt idx="3">
                  <c:v>10.322658281239796</c:v>
                </c:pt>
                <c:pt idx="4">
                  <c:v>8.406931939351011</c:v>
                </c:pt>
                <c:pt idx="5">
                  <c:v>7.511535498633066</c:v>
                </c:pt>
                <c:pt idx="6">
                  <c:v>6.711744349266382</c:v>
                </c:pt>
                <c:pt idx="7">
                  <c:v>6.428013622144817</c:v>
                </c:pt>
                <c:pt idx="8">
                  <c:v>6.3284351869192506</c:v>
                </c:pt>
                <c:pt idx="9">
                  <c:v>6.243954127356915</c:v>
                </c:pt>
                <c:pt idx="10">
                  <c:v>5.980079126072155</c:v>
                </c:pt>
                <c:pt idx="11">
                  <c:v>5.834146393881156</c:v>
                </c:pt>
                <c:pt idx="12">
                  <c:v>5.647472875940593</c:v>
                </c:pt>
                <c:pt idx="13">
                  <c:v>5.5432888488578556</c:v>
                </c:pt>
                <c:pt idx="14">
                  <c:v>5.333344671502573</c:v>
                </c:pt>
                <c:pt idx="15">
                  <c:v>5.275701963249276</c:v>
                </c:pt>
                <c:pt idx="16">
                  <c:v>5.321582281139513</c:v>
                </c:pt>
                <c:pt idx="17">
                  <c:v>4.614412639186867</c:v>
                </c:pt>
                <c:pt idx="18">
                  <c:v>6.46619035241531</c:v>
                </c:pt>
                <c:pt idx="19">
                  <c:v>10.179298170414768</c:v>
                </c:pt>
                <c:pt idx="20">
                  <c:v>14.083144019689371</c:v>
                </c:pt>
                <c:pt idx="21">
                  <c:v>16.941810329892974</c:v>
                </c:pt>
                <c:pt idx="22">
                  <c:v>15.640128162863448</c:v>
                </c:pt>
                <c:pt idx="23">
                  <c:v>14.336475841846664</c:v>
                </c:pt>
                <c:pt idx="24">
                  <c:v>14.894103657927303</c:v>
                </c:pt>
                <c:pt idx="25">
                  <c:v>14.160858028599819</c:v>
                </c:pt>
                <c:pt idx="26">
                  <c:v>12.553329442117843</c:v>
                </c:pt>
                <c:pt idx="27">
                  <c:v>11.106568276291796</c:v>
                </c:pt>
                <c:pt idx="28">
                  <c:v>10.004412740497969</c:v>
                </c:pt>
                <c:pt idx="29">
                  <c:v>9.610184927647538</c:v>
                </c:pt>
                <c:pt idx="30">
                  <c:v>9.279897177570547</c:v>
                </c:pt>
                <c:pt idx="31">
                  <c:v>8.724730626326163</c:v>
                </c:pt>
                <c:pt idx="32">
                  <c:v>8.117045194843172</c:v>
                </c:pt>
                <c:pt idx="33">
                  <c:v>7.622837777730638</c:v>
                </c:pt>
                <c:pt idx="34">
                  <c:v>6.701194031899831</c:v>
                </c:pt>
                <c:pt idx="35">
                  <c:v>6.370442296282363</c:v>
                </c:pt>
                <c:pt idx="36">
                  <c:v>5.326092220592955</c:v>
                </c:pt>
                <c:pt idx="37">
                  <c:v>4.386799892450199</c:v>
                </c:pt>
                <c:pt idx="38">
                  <c:v>3.6883660274888825</c:v>
                </c:pt>
                <c:pt idx="39">
                  <c:v>3.1700841852407393</c:v>
                </c:pt>
                <c:pt idx="40">
                  <c:v>2.806710697008157</c:v>
                </c:pt>
                <c:pt idx="41">
                  <c:v>3.0555839750334144</c:v>
                </c:pt>
                <c:pt idx="42">
                  <c:v>5.2175196041212075</c:v>
                </c:pt>
                <c:pt idx="43">
                  <c:v>9.231110168725195</c:v>
                </c:pt>
                <c:pt idx="44">
                  <c:v>12.302420338305751</c:v>
                </c:pt>
                <c:pt idx="45">
                  <c:v>14.590038942950287</c:v>
                </c:pt>
                <c:pt idx="46">
                  <c:v>14.011379019231754</c:v>
                </c:pt>
                <c:pt idx="47">
                  <c:v>14.884648346436279</c:v>
                </c:pt>
                <c:pt idx="48">
                  <c:v>12.695400386964252</c:v>
                </c:pt>
                <c:pt idx="49">
                  <c:v>10.77660031932578</c:v>
                </c:pt>
                <c:pt idx="50">
                  <c:v>8.89463927595341</c:v>
                </c:pt>
                <c:pt idx="51">
                  <c:v>7.408856212349292</c:v>
                </c:pt>
                <c:pt idx="52">
                  <c:v>7.003425647080007</c:v>
                </c:pt>
                <c:pt idx="53">
                  <c:v>6.452030941367752</c:v>
                </c:pt>
                <c:pt idx="54">
                  <c:v>5.657703400196169</c:v>
                </c:pt>
                <c:pt idx="55">
                  <c:v>5.264903235162592</c:v>
                </c:pt>
                <c:pt idx="56">
                  <c:v>4.360888084574299</c:v>
                </c:pt>
                <c:pt idx="57">
                  <c:v>3.863618362894613</c:v>
                </c:pt>
                <c:pt idx="58">
                  <c:v>2.630376204557251</c:v>
                </c:pt>
                <c:pt idx="59">
                  <c:v>1.6140679872864894</c:v>
                </c:pt>
                <c:pt idx="60">
                  <c:v>0.9372915397068482</c:v>
                </c:pt>
                <c:pt idx="61">
                  <c:v>0.1741423992075397</c:v>
                </c:pt>
                <c:pt idx="62">
                  <c:v>-0.0645032098577758</c:v>
                </c:pt>
                <c:pt idx="63">
                  <c:v>-0.15041905547604983</c:v>
                </c:pt>
                <c:pt idx="64">
                  <c:v>0.01431437081510012</c:v>
                </c:pt>
                <c:pt idx="65">
                  <c:v>0.030735176004554887</c:v>
                </c:pt>
                <c:pt idx="66">
                  <c:v>2.5444089636175704</c:v>
                </c:pt>
                <c:pt idx="67">
                  <c:v>6.989256242497731</c:v>
                </c:pt>
                <c:pt idx="68">
                  <c:v>10.959456307004075</c:v>
                </c:pt>
                <c:pt idx="69">
                  <c:v>13.245811443330695</c:v>
                </c:pt>
                <c:pt idx="70">
                  <c:v>14.493869730711367</c:v>
                </c:pt>
                <c:pt idx="71">
                  <c:v>14.469008671628671</c:v>
                </c:pt>
                <c:pt idx="72">
                  <c:v>14.069892592653332</c:v>
                </c:pt>
                <c:pt idx="73">
                  <c:v>13.2539775888431</c:v>
                </c:pt>
                <c:pt idx="74">
                  <c:v>11.367102581685117</c:v>
                </c:pt>
                <c:pt idx="75">
                  <c:v>9.382615010345376</c:v>
                </c:pt>
                <c:pt idx="76">
                  <c:v>8.506251970321728</c:v>
                </c:pt>
                <c:pt idx="77">
                  <c:v>7.897959788516573</c:v>
                </c:pt>
                <c:pt idx="78">
                  <c:v>7.529059875584949</c:v>
                </c:pt>
                <c:pt idx="79">
                  <c:v>7.029951343517155</c:v>
                </c:pt>
                <c:pt idx="80">
                  <c:v>6.090110798612727</c:v>
                </c:pt>
                <c:pt idx="81">
                  <c:v>5.212988249950513</c:v>
                </c:pt>
                <c:pt idx="82">
                  <c:v>4.093395423721631</c:v>
                </c:pt>
                <c:pt idx="83">
                  <c:v>3.200812876850705</c:v>
                </c:pt>
                <c:pt idx="84">
                  <c:v>2.7776894721871486</c:v>
                </c:pt>
                <c:pt idx="85">
                  <c:v>1.8288747331059767</c:v>
                </c:pt>
                <c:pt idx="86">
                  <c:v>1.6966003075788194</c:v>
                </c:pt>
                <c:pt idx="87">
                  <c:v>1.4772193781541318</c:v>
                </c:pt>
                <c:pt idx="88">
                  <c:v>1.5112716338817336</c:v>
                </c:pt>
                <c:pt idx="89">
                  <c:v>1.7965213782804312</c:v>
                </c:pt>
                <c:pt idx="90">
                  <c:v>4.117962387354055</c:v>
                </c:pt>
                <c:pt idx="91">
                  <c:v>7.289921728022819</c:v>
                </c:pt>
                <c:pt idx="92">
                  <c:v>10.464869135572258</c:v>
                </c:pt>
                <c:pt idx="93">
                  <c:v>13.500219711941895</c:v>
                </c:pt>
                <c:pt idx="94">
                  <c:v>14.5071968230817</c:v>
                </c:pt>
                <c:pt idx="95">
                  <c:v>16.189131558482472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20"/>
          <c:min val="-4"/>
        </c:scaling>
        <c:delete val="0"/>
        <c:axPos val="l"/>
        <c:majorGridlines>
          <c:spPr>
            <a:ln w="12700" cap="flat">
              <a:solidFill>
                <a:srgbClr val="E4EB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0:15
Introduce DeepGen and the IE643 task. Both members researched methods and ran experiments. Ayush developed the dashboard/app; Rishik prepared the report and presentation.
Evidence: report/IE643_ASSESSMENT_GUIDE.md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0:15
Follow the problem and the midterm model, then explain the changes. Separate the original day-ahead evidence and added next-hour evidence. Finish with app, limitations and next assessment plan.
Evidence: report/IE643_ASSESSMENT_GUIDE.md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0:30
Source supplies histories and forecast labels. Adaptation uses target histories only. The unseen future of the original target forecasting task stays excluded. Historical values inside X supply self-supervised answers.
Evidence: src/config.py; src/data.py; src/strict_models.py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0:25
Collect domain pairs and split chronologically. Train on source labels, adapt only from observed target inputs with source safeguards, freeze before evaluation and deploy through CSV inference.
Evidence: src/data.py; src/nowcast_train.py; src/peak_nowcast_train.py; src/submission.py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0:35
Original model: RevIN, strided convolutions, a linear path and reconstruction head. CARE combines supervised forecasting, alignment, self-supervision and an anchor. These saved v2 results are fixed seed 0, not three-seed means.
Evidence: src/model.py; src/train.py; results/*/care_v2_compare.csv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0:30
Deeper TCNs were tested alongside linear and Patch MLP controls. TCN revisions and geometry-aware boosting gave mixed or modest day-ahead gains. The final next-hour hybrid keeps a causal LiteTCN and complementary experts. H=1 is an explicitly added task.
Evidence: results/improved; results/peak_litetcn; results/event_boost; results/peak_next_hour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0:40
Weather comes from Open-Meteo. ETT contains transformer loads and oil temperature. Finance pools company series by sector and predicts engineered features. All configured variables are forecast.
Evidence: src/config.py; src/data_download.py; https://open-meteo.com/en/docs/historical-weather-api; https://github.com/zhouhaoyi/ETDataset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0:45
Weather/finance splits 70/10/20, ETT 60/20/20. Scalers use each domain training period. All hours 1–168 are observed. The inner predictor hides and predicts the tail. Actual future Y stays excluded. For H=1, use 1–167 to predict observed 168; actual inference predicts 169. App inference uses fixed weights.
Evidence: src/data.py; src/strict_models.py; src/peak_nowcast_train.py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0:45
The new causal TCN has 8,903 parameters. It predicts increments for seven variables from 48 observed hours plus clock features. Local dynamics is complementary. Five outer experts are source/adapted new hybrids, source/adapted earlier-hybrid first-hour outputs and persistence. Mixture weights depend on variable and causal regime.
Evidence: src/nowcast_tcn.py; src/nowcast_hybrid.py; src/peak_nowcast.py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0:55
TCN adaptation: target-input forecasting + 0.5 source replay + 0.001 relative anchor. Event calibration uses daily episodes within observed inputs. Extrema are loss labels only, never regime features. SLSQP fits convex weights. Source point guard 10%, target-input guard 5%, minimum 64 examples per regime and source fallback.
Evidence: src/nowcast_train.py; src/peak_nowcast_train.py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0:30
Three seeds measure training randomness. Deployment is seed 0. TCN budgets are sampled rounds, not full epochs. Compare matching source-only/adapted checkpoints. Development test periods were inspected during iterations, so they are not independent confirmation.
Evidence: results/next_hour/*/manifest.json; results/peak_next_hour/*/manifest.json; results/forecast_horizons/efficiency.csv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0:50
Target three-seed means. Climate earlier hybrid: shorter-context strict ensemble. Energy earlier hybrid: strict ensemble as temperature-focused reference. Guarded DLinear has lower global MSE 0.144778 but oil RMSE 4.074870. Retained vs boosted is a whole-system comparison, not adaptation-only. Finance stays H=5. Right side compares global MSE with seasonal naive for hourly datasets and input mean for finance.
Evidence: presentation/intensive/evidence.json; results/strict_context; results/strict_refined; results/forecast_horizons/twenty_four_hour_headline.csv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0:45
First fixed target origin, seed 0, without visual performance filtering. Each curve is issued at once without updates inside the 24-hour horizon. Earlier temperature-focused hybrid remains a reference. Boosting lowers retained-TCN temperature RMSE only 1.11% climate and 2.01% energy and does not beat the earlier hybrid. Right-side values are three-seed whole-test RMSE, not the plotted-window error. Peak timing/amplitude errors remain.
Evidence: results/event_boost/*/forecast_examples.npz; results/strict_context/climate/forecast_examples.npz; results/strict_refined/energy/forecast_examples.npz; presentation/intensive/evidence.json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0:55
Finance needs explicit qualitative and quantitative coverage. All four engineered variables are forecast over five trading days from 60 observed trading days. Two illustrative outputs are shown: high-low range and daily log return, both from the first fixed saved target origin, deployment seed 0. The example is not selected by error. Source/adapted curves nearly overlap. Flat return forecasts miss the observed sign changes, and range amplitude is biased in this example. The table contains complete target-test means over seeds 0,1,2, not the displayed-window scores. Global MSE is standardized across all four features. Range RMSE is in 100 log(high/low) units. Overall MSE gain over input mean is about 1.60%, and adaptation over the matched strict source-only hybrid adds only about 0.14%. Financial features are not stock-price forecasts or evidence of trading profitability. No new finance training was performed.
Evidence: results/strict_refined/finance/metrics_all.csv; results/strict_refined/finance/forecast_examples.npz; models/strict_refined/finance/meta.json; presentation/intensive/evidence.json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0:55
First 96 fixed target origins, seed 0. These are successive next-hour forecasts with refreshed observations, not one 96-hour forecast. Weights stay fixed. Matching source/adapted temperature RMSE gains are 3.84% climate and 27.68% energy. The table is whole-test three-seed means. Full-system reductions over persistence are 48.55% and 31.37%, including source learning and hybrid components. Climate earlier-hybrid first hour is nearly as good (0.654038 RMSE). The first TCN/dynamics energy hybrid has lower overall temperature RMSE 0.896999 but worse event errors. Complete daily-episode peak/trough MAE: climate 0.2810/0.5514, energy 0.8477/0.6650. Energy persistence trough error 0.4761 is better. Final vs first hybrid changes experts/regimes and loss together, so this is not a loss-only ablation.
Evidence: results/peak_next_hour/*/rolling_forecasts.npz; results/forecast_horizons/next_hour_headline.csv; results/forecast_horizons/*_next_hour_peak_comparison.csv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0:55
Open Streamlit, select a target CSV and show source/adapted forecasts, actuals and metrics. Switch H=1/H=24 and explain the different tasks. Demonstrate oil temperature and financial feature names. Selected-window scores differ from saved whole-test means. Model weights are fixed. The offline dashboard is a results viewer; the app performs CSV inference.
Evidence: app/submission_app.py; src/submission.py; dashboard/IE643_Results_Dashboard.html; local app screenshot, 20 October 2026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0:25
Three domain pairs, compact source/adapted models, input-only adaptation, comparative logs/plots and an interface are complete. LiteTCN stays in the hybrid. Hourly accuracy improves, while day-ahead peaks and energy troughs remain open. Roles follow the supplied team statement.
Evidence: report/intensive/IE643_Intensive_Assessment_Report.pdf; report/team_details.json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0:25
Plans, not completed results. Lock a fresh chronological period. Hold experts fixed to isolate event loss, then isolate regime conditioning. Investigate energy troughs and uncertainty before distillation.
Evidence: report/intensive/report_body.tex; report/IE643_ASSESSMENT_GUIDE.md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Reference
Papers motivate components and baselines. Custom implementations are not exact reproductions. Full bibliography is also in report/intensive/references.bib.
Evidence: report/intensive/references.bib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time: Reference
Website publication dates are distinct from access dates. n.d. marks a missing stated publication year. The project is the local October 2026 edition; remote synchronization is not implied. Cached files and numerical sources have hashes in the report and evidence export.
Evidence: report/intensive/references.bib; src/config.py; presentation/intensive/evidence.json
Tables: three-seed target means unless named seed 0. Forecast plots: deployment seed 0. H=24 and rolling H=1 are distinct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Slide-13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1" Type="http://schemas.openxmlformats.org/officeDocument/2006/relationships/image" Target="../media/Slide-14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Slide-15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8138160" cy="6858000"/>
          </a:xfrm>
          <a:prstGeom prst="rect">
            <a:avLst/>
          </a:prstGeom>
          <a:solidFill>
            <a:srgbClr val="16232A"/>
          </a:solidFill>
          <a:ln w="12700">
            <a:solidFill>
              <a:srgbClr val="16232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128016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adaptation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multivariate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94944" y="3794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models, observed-input adaptation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peak-sensitive evaluation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94944" y="50109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DeepGen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94944" y="555955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Patel · 23B0037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Rishik Yadav · 23B2103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732520" y="4754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732520" y="5760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23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417320" y="16642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domain pairs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417320" y="2176272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 with separate source and target domains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21792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995160" y="16642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before and after the review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995160" y="2176272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LiteTCN, depth controls and the reason for the hybrid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0080" y="37033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417320" y="37216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and evaluation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417320" y="4233672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Observed-input pretexts, source guards and frozen inference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217920" y="37033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995160" y="37216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demonstration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995160" y="4233672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Day-ahead, hourly and finance forecasts, followed by the CSV app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under domain shift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645920"/>
            <a:ext cx="5303520" cy="3108960"/>
          </a:xfrm>
          <a:prstGeom prst="rect">
            <a:avLst/>
          </a:prstGeom>
          <a:solidFill>
            <a:srgbClr val="E6F0EE"/>
          </a:solidFill>
          <a:ln w="12700">
            <a:solidFill>
              <a:srgbClr val="E6F0EE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72200" y="1645920"/>
            <a:ext cx="5394960" cy="3108960"/>
          </a:xfrm>
          <a:prstGeom prst="rect">
            <a:avLst/>
          </a:prstGeom>
          <a:solidFill>
            <a:srgbClr val="FBEBD3"/>
          </a:solidFill>
          <a:ln w="12700">
            <a:solidFill>
              <a:srgbClr val="FBEBD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23042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training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822960" y="31546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histories X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labels Y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forecasting loss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40080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3042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adaptation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6400800" y="31546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histories X only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 historical values for practice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forecast Y excluded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1520" y="5303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can change levels, dynamics and relationships between variables.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920240"/>
            <a:ext cx="1984248" cy="1463040"/>
          </a:xfrm>
          <a:prstGeom prst="rect">
            <a:avLst/>
          </a:prstGeom>
          <a:solidFill>
            <a:srgbClr val="F1F6F5"/>
          </a:solidFill>
          <a:ln w="12700">
            <a:solidFill>
              <a:srgbClr val="F1F6F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10312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596896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domain pairs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78608" y="2651760"/>
            <a:ext cx="274320" cy="0"/>
          </a:xfrm>
          <a:prstGeom prst="line">
            <a:avLst/>
          </a:prstGeom>
          <a:noFill/>
          <a:ln w="16510">
            <a:solidFill>
              <a:srgbClr val="4F5F6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52928" y="1920240"/>
            <a:ext cx="1984248" cy="1463040"/>
          </a:xfrm>
          <a:prstGeom prst="rect">
            <a:avLst/>
          </a:prstGeom>
          <a:solidFill>
            <a:srgbClr val="E6F0EE"/>
          </a:solidFill>
          <a:ln w="12700">
            <a:solidFill>
              <a:srgbClr val="E6F0E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90088" y="210312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990088" y="2596896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37176" y="2651760"/>
            <a:ext cx="274320" cy="0"/>
          </a:xfrm>
          <a:prstGeom prst="line">
            <a:avLst/>
          </a:prstGeom>
          <a:noFill/>
          <a:ln w="16510">
            <a:solidFill>
              <a:srgbClr val="4F5F6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11496" y="1920240"/>
            <a:ext cx="1984248" cy="1463040"/>
          </a:xfrm>
          <a:prstGeom prst="rect">
            <a:avLst/>
          </a:prstGeom>
          <a:solidFill>
            <a:srgbClr val="F1F6F5"/>
          </a:solidFill>
          <a:ln w="12700">
            <a:solidFill>
              <a:srgbClr val="F1F6F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48656" y="210312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248656" y="2596896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X and 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095744" y="2651760"/>
            <a:ext cx="274320" cy="0"/>
          </a:xfrm>
          <a:prstGeom prst="line">
            <a:avLst/>
          </a:prstGeom>
          <a:noFill/>
          <a:ln w="16510">
            <a:solidFill>
              <a:srgbClr val="4F5F6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70064" y="1920240"/>
            <a:ext cx="1984248" cy="1463040"/>
          </a:xfrm>
          <a:prstGeom prst="rect">
            <a:avLst/>
          </a:prstGeom>
          <a:solidFill>
            <a:srgbClr val="E6F0EE"/>
          </a:solidFill>
          <a:ln w="12700">
            <a:solidFill>
              <a:srgbClr val="E6F0EE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07224" y="210312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507224" y="2596896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target X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354312" y="2651760"/>
            <a:ext cx="274320" cy="0"/>
          </a:xfrm>
          <a:prstGeom prst="line">
            <a:avLst/>
          </a:prstGeom>
          <a:noFill/>
          <a:ln w="16510">
            <a:solidFill>
              <a:srgbClr val="4F5F6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28632" y="1920240"/>
            <a:ext cx="1984248" cy="1463040"/>
          </a:xfrm>
          <a:prstGeom prst="rect">
            <a:avLst/>
          </a:prstGeom>
          <a:solidFill>
            <a:srgbClr val="F1F6F5"/>
          </a:solidFill>
          <a:ln w="12700">
            <a:solidFill>
              <a:srgbClr val="F1F6F5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65792" y="210312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765792" y="2596896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forecasts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1520" y="39502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experiment record connects data, checkpoint and result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777240" y="47548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selection manifests and checkpoints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CSVs, event metrics and qualitative plots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interface for both domains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BASELINE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review: LiteTCN and CARE-DA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508760"/>
            <a:ext cx="3489960" cy="1188720"/>
          </a:xfrm>
          <a:prstGeom prst="rect">
            <a:avLst/>
          </a:prstGeom>
          <a:solidFill>
            <a:srgbClr val="F1F6F5"/>
          </a:solidFill>
          <a:ln w="12700">
            <a:solidFill>
              <a:srgbClr val="F1F6F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91640"/>
            <a:ext cx="321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185416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normalization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84320" y="2103120"/>
            <a:ext cx="274320" cy="0"/>
          </a:xfrm>
          <a:prstGeom prst="line">
            <a:avLst/>
          </a:prstGeom>
          <a:noFill/>
          <a:ln w="16510">
            <a:solidFill>
              <a:srgbClr val="4F5F6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58640" y="1508760"/>
            <a:ext cx="3489960" cy="1188720"/>
          </a:xfrm>
          <a:prstGeom prst="rect">
            <a:avLst/>
          </a:prstGeom>
          <a:solidFill>
            <a:srgbClr val="E6F0EE"/>
          </a:solidFill>
          <a:ln w="12700">
            <a:solidFill>
              <a:srgbClr val="E6F0E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95800" y="1691640"/>
            <a:ext cx="321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LiteTCN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495800" y="2185416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encoder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848600" y="2103120"/>
            <a:ext cx="274320" cy="0"/>
          </a:xfrm>
          <a:prstGeom prst="line">
            <a:avLst/>
          </a:prstGeom>
          <a:noFill/>
          <a:ln w="16510">
            <a:solidFill>
              <a:srgbClr val="4F5F6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122920" y="1508760"/>
            <a:ext cx="3489960" cy="1188720"/>
          </a:xfrm>
          <a:prstGeom prst="rect">
            <a:avLst/>
          </a:prstGeom>
          <a:solidFill>
            <a:srgbClr val="F1F6F5"/>
          </a:solidFill>
          <a:ln w="12700">
            <a:solidFill>
              <a:srgbClr val="F1F6F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60080" y="1691640"/>
            <a:ext cx="321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head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260080" y="2185416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output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" y="29535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temporal path and reconstruction support the encoder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703320"/>
          <a:ext cx="10835640" cy="914400"/>
        </p:xfrm>
        <a:graphic>
          <a:graphicData uri="http://schemas.openxmlformats.org/drawingml/2006/table">
            <a:tbl>
              <a:tblPr/>
              <a:tblGrid>
                <a:gridCol w="534924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saved comparison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MSE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CARE-DA v2 MSE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· H=24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0.2357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· H=24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0.1559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· H=5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0.5622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594360" y="60624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 0. Earlier campaign results, separate from the final headline.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AND TRANSITION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review: depth alone was insufficient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15361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1508760" y="1554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architecture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08760" y="2011680"/>
            <a:ext cx="9875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depths 3 / 5 / 7, Patch MLP and DLinear controls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56946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D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508760" y="25877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adaptation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08760" y="3044952"/>
            <a:ext cx="9875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Input-tail pretexts and guarded source/adapted mixtures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360273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1508760" y="3621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peak experiments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08760" y="4078224"/>
            <a:ext cx="9875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Residual, gradual-unfreezing, driver and boosted variants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85800" y="46360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D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1508760" y="46542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Next-hour hybrid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508760" y="5111496"/>
            <a:ext cx="9875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LiteTCN, local dynamics and observed-event calibration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94360" y="60624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LiteTCN remains in the final system. The final headline belongs to the full hybrid.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ACQUISITION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datasets with distinct domains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72768"/>
          <a:ext cx="11018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291840"/>
                <a:gridCol w="31546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pair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/ domain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variables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Lookback / horizon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Shimla to Delhi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35,064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hourly weather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 h / 24 h or 1 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ETTh1 to ETTh2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load and oil temperature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 h / 24 h or 1 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to pharma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daily financial features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 / 5 days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" y="45902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plots emphasize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31520" y="5239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air temperature. Energy: transformer oil temperature.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high–low range, alongside return, opening gap and log volume.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LEAKAGE BOUNDARY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history supplies the adaptation task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24-hour pretext inside seven observed days</a:t>
            </a:r>
            <a:endParaRPr lang="en-US" sz="2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84832"/>
          <a:ext cx="108356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874520"/>
                <a:gridCol w="55778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predictor input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1–144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six observed days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answers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145–168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Seventh day, already observed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input X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1–168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seven days at forecast time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future 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169–192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adaptation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5166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splits and training-period scalers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4360" y="60624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H=1 uses a one-hour pretext. Rolling forecasts refresh observations; model weights stay fixed.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LiteTCN within the final next-hour hybrid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120640" cy="3182112"/>
          </a:xfrm>
          <a:prstGeom prst="rect">
            <a:avLst/>
          </a:prstGeom>
          <a:solidFill>
            <a:srgbClr val="E6F0EE"/>
          </a:solidFill>
          <a:ln w="12700">
            <a:solidFill>
              <a:srgbClr val="E6F0E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810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causal LiteTCN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2624328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observed hours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32, dilations 1 / 2 / 4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Next-hour increments for all variables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8680" y="41970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head begins at persistence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72200" y="1792224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experts, one next-hour forecast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172200" y="2706624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hybrid: source and adapted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hybrid: source and adapted first hour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latest observed value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172200" y="4343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slopes select the regime. Convex weights combine the experts.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94360" y="60624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expert predicts the same next hour. The mixture does not average different horizons.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 objective and safeguards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572768"/>
            <a:ext cx="10881360" cy="1499616"/>
          </a:xfrm>
          <a:prstGeom prst="rect">
            <a:avLst/>
          </a:prstGeom>
          <a:solidFill>
            <a:srgbClr val="16232A"/>
          </a:solidFill>
          <a:ln w="12700">
            <a:solidFill>
              <a:srgbClr val="16232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783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loss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35000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MSE + 2 × peak/trough MSE + 0.1 × ramp MSE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77240" y="3657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554480" y="367588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target episodes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554480" y="4187952"/>
            <a:ext cx="4297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inner origin sees only its preceding observations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263640" y="3657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040880" y="367588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protection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040880" y="4187952"/>
            <a:ext cx="4297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Replay, an anchor, error guards and source fallback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4360" y="60624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mixture weights before test inference. Future target labels never enter the adaptation loss.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 and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seeds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 / 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seed 0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389120" y="1691640"/>
            <a:ext cx="3566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+ 12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389120" y="2377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source / adaptation rounds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4,096 windows per round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0" y="1691640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229600" y="2377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2.6.0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Ryzen 5 5600H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31520" y="3794760"/>
            <a:ext cx="10698480" cy="0"/>
          </a:xfrm>
          <a:prstGeom prst="line">
            <a:avLst/>
          </a:prstGeom>
          <a:noFill/>
          <a:ln w="12700">
            <a:solidFill>
              <a:srgbClr val="CFDA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251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MSE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77240" y="4892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error across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forecast variables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389120" y="4251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Physical-unit RMSE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389120" y="4892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in °C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range in log-percent units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229600" y="4251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and efficiency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29600" y="4892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/ trough / ramp errors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Parameters, size and latency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594360" y="60624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within the same dataset and horizon. These are reused development-test periods.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24 HOURS AND FINANCE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Original-horizon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7909560" cy="914400"/>
        </p:xfrm>
        <a:graphic>
          <a:graphicData uri="http://schemas.openxmlformats.org/drawingml/2006/table">
            <a:tbl>
              <a:tblPr/>
              <a:tblGrid>
                <a:gridCol w="4800600"/>
                <a:gridCol w="1508760"/>
                <a:gridCol w="1600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model / policy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MSE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RMSE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· earlier hybrid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0.2160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1.2836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· retained LiteTCN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1.3284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· boosted LiteTCN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1.3136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· earlier hybrid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0.1456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3.9762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· retained LiteTCN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4.0991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· boosted LiteTCN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0.1456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4.0168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· strict hybrid (H=5)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1.0658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86968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reduction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simple baseline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869680" y="2468880"/>
            <a:ext cx="2651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38.50%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8869680" y="3154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vs seasonal naive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869680" y="3749040"/>
            <a:ext cx="2651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35.18%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8869680" y="4434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vs seasonal naive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869680" y="4892040"/>
            <a:ext cx="2651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1.60%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8869680" y="5577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vs input mean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94360" y="60624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RMSE: temperature °C for weather/energy; 100 log(high/low) for finance. H=24 except finance H=5.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DAY-AHEAD TRAJECTORIES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24-hour forecasts from a single origin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1472184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air temperature (°C)</a:t>
            </a:r>
            <a:endParaRPr lang="en-US" sz="1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1828800"/>
          <a:ext cx="7909560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778240" y="1563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· H=24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778240" y="208483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1.328 → 1.314 °C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778240" y="264261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1.11% lower RMSE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vs retained LiteTCN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3639312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ETTh2 oil temperature (°C)</a:t>
            </a:r>
            <a:endParaRPr lang="en-US" sz="19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594360" y="3995928"/>
          <a:ext cx="7909560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/>
          <p:nvPr/>
        </p:nvSpPr>
        <p:spPr>
          <a:xfrm>
            <a:off x="877824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· H=24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778240" y="42519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4.099 → 4.017 °C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8778240" y="48097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2.01% lower RMSE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vs retained LiteTCN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594360" y="60624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hours 1–24. Fixed first origin, seed 0. Peak timing and amplitude errors remain.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IT TO PHARMA · H=5 TRADING DAYS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Finance: modest gains over a strong baseline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1490472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high–low range: 100 log(high / low)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1847088"/>
          <a:ext cx="7406640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361188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return: 100 log(close / previous close)</a:t>
            </a:r>
            <a:endParaRPr lang="en-US" sz="18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94360" y="3968496"/>
          <a:ext cx="7406640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822960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Target-test means · 3 seeds</a:t>
            </a:r>
            <a:endParaRPr lang="en-US" sz="1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2084832"/>
          <a:ext cx="3401568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932688"/>
                <a:gridCol w="1161288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mean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8229600" y="4599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1.60% lower MSE vs input mean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8229600" y="527608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0.14% from adaptation over source-only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594360" y="60624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fixed window, seed 0; trading days 1–5. Mean-like forecasts miss movements. All four features are predicted.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MATCHED H=1 COMPARISON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Hourly forecasts and peak tradeoffs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14721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air temperature (°C)</a:t>
            </a:r>
            <a:endParaRPr lang="en-US" sz="1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1828800"/>
          <a:ext cx="7406640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36393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ETTh2 oil temperature (°C)</a:t>
            </a:r>
            <a:endParaRPr lang="en-US" sz="19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94360" y="3995928"/>
          <a:ext cx="7406640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8229600" y="15453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RMSE (°C) · 3 seeds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2157984"/>
          <a:ext cx="3401568" cy="914400"/>
        </p:xfrm>
        <a:graphic>
          <a:graphicData uri="http://schemas.openxmlformats.org/drawingml/2006/table">
            <a:tbl>
              <a:tblPr/>
              <a:tblGrid>
                <a:gridCol w="1344168"/>
                <a:gridCol w="1005840"/>
                <a:gridCol w="105156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7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91440" marB="73152">
                    <a:lnL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8229600" y="4160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Adaptation-only RMSE reduction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229600" y="4681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3.84%    Energy 27.68%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229600" y="5202936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/ trough MAE (°C)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Climate: 0.281 / 0.551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Energy: 0.848 / 0.665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94360" y="60624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96 origins, seed 0. Updated observations each hour. Energy trough MAE still favors persistence (0.476 °C).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APPLICATION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interface and live demonstration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pic>
        <p:nvPicPr>
          <p:cNvPr id="7" name="Image 0" descr="C:\Users\miral\OneDrive\Documents\IE643_project\presentation\assets\submission_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549" y="1444752"/>
            <a:ext cx="5913342" cy="45171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691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8503920" y="17099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multivariate CSV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8503920" y="2221992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dataset and source / target domain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726680" y="312724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8503920" y="31455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forecast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8503920" y="365760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H=24 or rolling H=1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726680" y="4572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8503920" y="45902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evidence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8503920" y="5102352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forecasts, actuals and metrics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team contributions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1600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LiteTCN stays. The hybrid improves the hourly task.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Observed-input adaptation improves matched source-only RMSE.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peaks and energy troughs remain open problems.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improves only slightly over the strong input-mean baseline.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domain pairs, checkpoints, results and a working CSV interface.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731520" y="4892040"/>
            <a:ext cx="10698480" cy="0"/>
          </a:xfrm>
          <a:prstGeom prst="line">
            <a:avLst/>
          </a:prstGeom>
          <a:noFill/>
          <a:ln w="12700">
            <a:solidFill>
              <a:srgbClr val="CFDA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230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members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5715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experiments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434840" y="5230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Patel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434840" y="5715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application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092440" y="5230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Rishik Yadav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92440" y="5715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presentation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EXPERIMENTS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the novelty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508760" y="170992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chronological evaluation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508760" y="2221992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final confirmation from inspected development tests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263640" y="1691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040880" y="170992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event-loss ablation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040880" y="2221992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experts fixed while changing the objective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1520" y="3794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508760" y="381304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and uncertainty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508760" y="4325112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fixed weights and causal regimes; use time blocks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263640" y="3794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F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040880" y="381304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dips and compression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040880" y="4325112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trough errors and distil useful behavior into a TCN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SOURCES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forecasting and adaptation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149961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Shaojie Bai, J. Zico Kolter and Vladlen Koltun (2018).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85800" y="1883664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Evaluation of Generic Convolutional and Recurrent Networks for Sequence Modeling. arXiv:1803.01271.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5800" y="2386584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Taesung Kim, Jinhee Kim, Yunwon Tae, Cheonbok Park, Jang-Ho Choi and Jaegul Choo (2022).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85800" y="2770632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Instance Normalization for Accurate Time-Series Forecasting against Distribution Shift. ICLR. openreview.net/forum?id=cGDAkQo1C0p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85800" y="3273552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Ailing Zeng, Muxi Chen, Lei Zhang and Qiang Xu (2023).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85800" y="3657600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Transformers Effective for Time Series Forecasting? AAAI. arXiv:2205.13504.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85800" y="4160520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Baochen Sun and Kate Saenko (2016).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85800" y="4544568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CORAL: Correlation Alignment for Deep Domain Adaptation. ECCV Workshops. arXiv:1607.01719.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85800" y="5047488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Yaroslav Ganin, Evgeniya Ustinova, Hana Ajakan, Pascal Germain, Hugo Larochelle, François Laviolette, Mario Marchand and Victor Lempitsky (2016).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85800" y="5669280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Domain-Adversarial Training of Neural Networks. Journal of Machine Learning Research, 17(59), 1–35.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SOURCES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 data, code and evidence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IE643 Course Project · DeepGen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446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1508760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contributors. Historical Weather API (n.d.).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1956816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open-meteo.com/en/docs/historical-weather-api · Accessed 19 October 2026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2468880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Haoyi Zhou and contributors. Electricity Transformer Dataset (2021).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916936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github.com/zhouhaoyi/ETDataset · Checked 19 October 2026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3429000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and yfinance contributors. Historical OHLCV data and acquisition code (n.d.).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5800" y="3877056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github.com/ranaroussi/yfinance · Cached project data; code checked 20 October 2026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5800" y="4389120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Patel and Rishik Yadav. IE643 project repository (2026).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5800" y="4837176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github.com/Ayush20990/ie643-project · Local project edition: 20 October 2026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85800" y="5605272"/>
            <a:ext cx="10835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evidence: saved CSVs, forecast arrays and selection manifests in results/.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F5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values and source hashes: presentation/intensive/evidence.json.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DeepGen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DeepGen - Domain adaptation for multivariate forecasting</dc:title>
  <dc:subject>IE643 intensive assessment</dc:subject>
  <dc:creator>Ayush Patel; Rishik Yadav</dc:creator>
  <cp:lastModifiedBy>Ayush Patel; Rishik Yadav</cp:lastModifiedBy>
  <cp:revision>1</cp:revision>
  <dcterms:created xsi:type="dcterms:W3CDTF">2026-10-23T10:50:07Z</dcterms:created>
  <dcterms:modified xsi:type="dcterms:W3CDTF">2026-10-23T10:50:07Z</dcterms:modified>
</cp:coreProperties>
</file>